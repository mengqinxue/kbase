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90" r:id="rId5"/>
    <p:sldId id="301" r:id="rId7"/>
    <p:sldId id="303" r:id="rId8"/>
    <p:sldId id="302" r:id="rId9"/>
    <p:sldId id="304" r:id="rId10"/>
    <p:sldId id="305" r:id="rId11"/>
    <p:sldId id="307" r:id="rId12"/>
    <p:sldId id="306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</p:sldIdLst>
  <p:sldSz cx="12192000" cy="6858000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0"/>
    <a:srgbClr val="005898"/>
    <a:srgbClr val="BFEA1F"/>
    <a:srgbClr val="FEC925"/>
    <a:srgbClr val="005886"/>
    <a:srgbClr val="0582B2"/>
    <a:srgbClr val="DCDCDC"/>
    <a:srgbClr val="078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85266"/>
  </p:normalViewPr>
  <p:slideViewPr>
    <p:cSldViewPr snapToGrid="0" showGuides="1">
      <p:cViewPr varScale="1">
        <p:scale>
          <a:sx n="94" d="100"/>
          <a:sy n="94" d="100"/>
        </p:scale>
        <p:origin x="1368" y="488"/>
      </p:cViewPr>
      <p:guideLst>
        <p:guide orient="horz" pos="2160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98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143F0-5E30-A943-A499-1D4E297B00D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AI -&gt; has Genetic Algorithms, Statistic Learning, Evolutionary Algorithms, Probabilistic Models, Symbolic AI / Logic-Based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AI -&gt; has Genetic Algorithms, Statistic Learning, Evolutionary Algorithms, Probabilistic Models, Symbolic AI / Logic-Based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Normally 5 examples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/>
              <a:t>Once you've found the model that is working for you, there are a few settings that you can experiment with to </a:t>
            </a:r>
            <a:endParaRPr lang="en-US" altLang="zh-CN" dirty="0"/>
          </a:p>
          <a:p>
            <a:pPr algn="l"/>
            <a:r>
              <a:rPr lang="en-US" altLang="zh-CN" dirty="0"/>
              <a:t>influence the structure and style of the completions that the model generates.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Generally, if you find that your model isn't performing well, say, including five or six examples, you should try fine-tuning your model instead. Fine-tuning performs additional training on the model using new data to make it more capable of the task you want it to perform.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image" Target="../media/image1.png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image" Target="../media/image2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7" Type="http://schemas.openxmlformats.org/officeDocument/2006/relationships/tags" Target="../tags/tag81.xml"/><Relationship Id="rId16" Type="http://schemas.openxmlformats.org/officeDocument/2006/relationships/image" Target="../media/image1.png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9C054-22FA-404E-8AFD-F8DB492C4C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73239E-9805-4B58-98BC-578519A4E58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5586-4765-46AA-A3B4-DA46365CEC6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BDA91-3807-4416-A160-E8F37B74BD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C7688-190C-4ACB-A3D9-231F282A02D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D0487-CA0D-45B3-AD9B-D348E20794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151FB-8AAA-4FE9-A1EA-741B5941909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692BA-4462-41AA-AE4A-DDC7F83BC1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6F8A1-6382-4FA9-97FF-94C6EF12A773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F9E068-E81B-4345-B589-B55A1F90E20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37A96-75C8-4E1B-9D25-ADAC0AEB41D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9EB5E-63BD-490E-B9F5-FA0D002138C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D66AF-F34E-4301-8B61-1E2E2BD7D19C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87B05-1B86-48B9-84AF-9C53F3E189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FA20D-F03A-4496-8E5B-2546E0283B28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52924C-A0A2-4297-A4B1-B457E23EFC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79AB6-A906-417E-AB67-8060FFCB2E6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5CAB7-E977-40E2-A8C8-CCA09A29A0F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D6C4-B03E-47BB-856D-9FFA318B0DB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8C211-E843-41B9-BFE7-2848813AAF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F68E8-6260-47C1-95B7-B11F30F3A23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61E481-F80E-4573-B1F3-5FD3020DBB3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3"/>
            </p:custDataLst>
          </p:nvPr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60000"/>
                </a:srgbClr>
              </a:gs>
              <a:gs pos="90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5" name="椭圆 14"/>
          <p:cNvSpPr/>
          <p:nvPr userDrawn="1">
            <p:custDataLst>
              <p:tags r:id="rId4"/>
            </p:custDataLst>
          </p:nvPr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60000"/>
                </a:srgbClr>
              </a:gs>
              <a:gs pos="90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39000"/>
                </a:srgbClr>
              </a:gs>
              <a:gs pos="81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>
            <a:off x="11470255" y="1921"/>
            <a:ext cx="0" cy="6856095"/>
          </a:xfrm>
          <a:prstGeom prst="line">
            <a:avLst/>
          </a:prstGeom>
          <a:ln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965835" y="1363345"/>
            <a:ext cx="6218555" cy="27190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273180" y="448133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12"/>
            </p:custDataLst>
          </p:nvPr>
        </p:nvSpPr>
        <p:spPr>
          <a:xfrm>
            <a:off x="8823892" y="5661201"/>
            <a:ext cx="2427287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995477" y="4341084"/>
            <a:ext cx="2232000" cy="504000"/>
          </a:xfrm>
          <a:prstGeom prst="roundRect">
            <a:avLst>
              <a:gd name="adj" fmla="val 50000"/>
            </a:avLst>
          </a:prstGeom>
          <a:ln>
            <a:solidFill>
              <a:srgbClr val="FFFFFF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>
            <p:custDataLst>
              <p:tags r:id="rId14"/>
            </p:custDataLst>
          </p:nvPr>
        </p:nvCxnSpPr>
        <p:spPr>
          <a:xfrm>
            <a:off x="1142240" y="628976"/>
            <a:ext cx="0" cy="161365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图片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rcRect l="1265" b="18498"/>
          <a:stretch>
            <a:fillRect/>
          </a:stretch>
        </p:blipFill>
        <p:spPr>
          <a:xfrm>
            <a:off x="0" y="4418330"/>
            <a:ext cx="4460240" cy="24396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565200"/>
            <a:ext cx="1609599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6"/>
            </p:custDataLst>
          </p:nvPr>
        </p:nvSpPr>
        <p:spPr>
          <a:xfrm>
            <a:off x="7623000" y="0"/>
            <a:ext cx="4569001" cy="223520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38052" b="9236"/>
          <a:stretch>
            <a:fillRect/>
          </a:stretch>
        </p:blipFill>
        <p:spPr>
          <a:xfrm>
            <a:off x="0" y="1844324"/>
            <a:ext cx="9266198" cy="5013676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15" name="任意多边形: 形状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39000"/>
                </a:srgbClr>
              </a:gs>
              <a:gs pos="81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cxnSp>
        <p:nvCxnSpPr>
          <p:cNvPr id="16" name="直接连接符 15"/>
          <p:cNvCxnSpPr/>
          <p:nvPr userDrawn="1">
            <p:custDataLst>
              <p:tags r:id="rId6"/>
            </p:custDataLst>
          </p:nvPr>
        </p:nvCxnSpPr>
        <p:spPr>
          <a:xfrm>
            <a:off x="11470255" y="19701"/>
            <a:ext cx="0" cy="6838315"/>
          </a:xfrm>
          <a:prstGeom prst="line">
            <a:avLst/>
          </a:prstGeom>
          <a:ln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7"/>
            </p:custDataLst>
          </p:nvPr>
        </p:nvCxnSpPr>
        <p:spPr>
          <a:xfrm>
            <a:off x="1063721" y="3674747"/>
            <a:ext cx="752379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>
            <a:off x="6776966" y="1350564"/>
            <a:ext cx="4156873" cy="4156873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60000"/>
                </a:srgbClr>
              </a:gs>
              <a:gs pos="90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053089" y="2371205"/>
            <a:ext cx="6347172" cy="1152000"/>
          </a:xfrm>
        </p:spPr>
        <p:txBody>
          <a:bodyPr wrap="square" anchor="b">
            <a:norm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1053089" y="3826290"/>
            <a:ext cx="4569600" cy="936000"/>
          </a:xfrm>
        </p:spPr>
        <p:txBody>
          <a:bodyPr wrap="square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7550611" y="2094294"/>
            <a:ext cx="2535210" cy="2371688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6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sz="1800"/>
          </a:p>
        </p:txBody>
      </p:sp>
      <p:sp>
        <p:nvSpPr>
          <p:cNvPr id="13" name="任意多边形: 形状 12"/>
          <p:cNvSpPr/>
          <p:nvPr userDrawn="1">
            <p:custDataLst>
              <p:tags r:id="rId3"/>
            </p:custDataLst>
          </p:nvPr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60000"/>
                </a:srgbClr>
              </a:gs>
              <a:gs pos="90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5" name="椭圆 14"/>
          <p:cNvSpPr/>
          <p:nvPr userDrawn="1">
            <p:custDataLst>
              <p:tags r:id="rId4"/>
            </p:custDataLst>
          </p:nvPr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60000"/>
                </a:srgbClr>
              </a:gs>
              <a:gs pos="90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39000"/>
                </a:srgbClr>
              </a:gs>
              <a:gs pos="81000">
                <a:srgbClr val="FFFFFF">
                  <a:alpha val="0"/>
                </a:srgb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>
            <a:off x="11470255" y="12081"/>
            <a:ext cx="0" cy="6840000"/>
          </a:xfrm>
          <a:prstGeom prst="line">
            <a:avLst/>
          </a:prstGeom>
          <a:ln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7"/>
            </p:custDataLst>
          </p:nvPr>
        </p:nvCxnSpPr>
        <p:spPr>
          <a:xfrm>
            <a:off x="1142240" y="628976"/>
            <a:ext cx="0" cy="161365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1104021" y="3142114"/>
            <a:ext cx="5960827" cy="1133614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1104020" y="2118218"/>
            <a:ext cx="5960827" cy="972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60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1248873" y="436776"/>
            <a:ext cx="2469327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公司</a:t>
            </a:r>
            <a:endParaRPr lang="zh-CN" alt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8843635" y="5830798"/>
            <a:ext cx="2427286" cy="365125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pic>
        <p:nvPicPr>
          <p:cNvPr id="7" name="图片 6" descr="图片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rcRect l="1265" b="18498"/>
          <a:stretch>
            <a:fillRect/>
          </a:stretch>
        </p:blipFill>
        <p:spPr>
          <a:xfrm>
            <a:off x="0" y="4418330"/>
            <a:ext cx="4460240" cy="2439670"/>
          </a:xfrm>
          <a:prstGeom prst="rect">
            <a:avLst/>
          </a:prstGeom>
        </p:spPr>
      </p:pic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104021" y="4483323"/>
            <a:ext cx="2232000" cy="504000"/>
          </a:xfrm>
          <a:prstGeom prst="roundRect">
            <a:avLst>
              <a:gd name="adj" fmla="val 50000"/>
            </a:avLst>
          </a:prstGeom>
          <a:ln>
            <a:solidFill>
              <a:srgbClr val="FFFFFF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0AC5F5-0BC5-4382-AA5C-66CAA18E2FA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24AF8C2-C6CE-495E-8D91-34386FB4A79F}" type="slidenum">
              <a:rPr lang="zh-CN" altLang="en-US"/>
            </a:fld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63500" y="6642100"/>
            <a:ext cx="12969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Information</a:t>
            </a:r>
            <a:endParaRPr lang="en-US" sz="1000">
              <a:solidFill>
                <a:srgbClr val="000000">
                  <a:alpha val="5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7"/>
            </p:custDataLst>
          </p:nvPr>
        </p:nvSpPr>
        <p:spPr>
          <a:xfrm>
            <a:off x="9028430" y="0"/>
            <a:ext cx="3163570" cy="154813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>
              <a:alpha val="5000"/>
            </a:schemeClr>
          </a:solidFill>
          <a:ln>
            <a:noFill/>
            <a:prstDash val="solid"/>
          </a:ln>
          <a:effectLst>
            <a:outerShdw blurRad="304800" dist="101600" dir="8100000" algn="tr" rotWithShape="0">
              <a:srgbClr val="0048E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任意多边形 139"/>
          <p:cNvSpPr/>
          <p:nvPr/>
        </p:nvSpPr>
        <p:spPr>
          <a:xfrm>
            <a:off x="0" y="9525"/>
            <a:ext cx="11134725" cy="6848475"/>
          </a:xfrm>
          <a:custGeom>
            <a:avLst/>
            <a:gdLst>
              <a:gd name="connsiteX0" fmla="*/ 4447063 w 11135481"/>
              <a:gd name="connsiteY0" fmla="*/ 0 h 6848401"/>
              <a:gd name="connsiteX1" fmla="*/ 11135481 w 11135481"/>
              <a:gd name="connsiteY1" fmla="*/ 6848401 h 6848401"/>
              <a:gd name="connsiteX2" fmla="*/ 0 w 11135481"/>
              <a:gd name="connsiteY2" fmla="*/ 6848401 h 6848401"/>
              <a:gd name="connsiteX3" fmla="*/ 0 w 11135481"/>
              <a:gd name="connsiteY3" fmla="*/ 5676736 h 6848401"/>
              <a:gd name="connsiteX4" fmla="*/ 1611244 w 11135481"/>
              <a:gd name="connsiteY4" fmla="*/ 1056 h 68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5481" h="6848401">
                <a:moveTo>
                  <a:pt x="4447063" y="0"/>
                </a:moveTo>
                <a:lnTo>
                  <a:pt x="11135481" y="6848401"/>
                </a:lnTo>
                <a:lnTo>
                  <a:pt x="0" y="6848401"/>
                </a:lnTo>
                <a:lnTo>
                  <a:pt x="0" y="5676736"/>
                </a:lnTo>
                <a:lnTo>
                  <a:pt x="1611244" y="1056"/>
                </a:lnTo>
                <a:close/>
              </a:path>
            </a:pathLst>
          </a:custGeom>
          <a:solidFill>
            <a:srgbClr val="00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076" name="图片 1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41"/>
          <a:stretch>
            <a:fillRect/>
          </a:stretch>
        </p:blipFill>
        <p:spPr bwMode="auto">
          <a:xfrm>
            <a:off x="419100" y="1224955"/>
            <a:ext cx="4437063" cy="485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7" name="组合 117"/>
          <p:cNvGrpSpPr/>
          <p:nvPr/>
        </p:nvGrpSpPr>
        <p:grpSpPr bwMode="auto">
          <a:xfrm>
            <a:off x="8750300" y="0"/>
            <a:ext cx="3441700" cy="1308100"/>
            <a:chOff x="7213599" y="-2"/>
            <a:chExt cx="4978400" cy="1993901"/>
          </a:xfrm>
        </p:grpSpPr>
        <p:sp>
          <p:nvSpPr>
            <p:cNvPr id="117" name="任意多边形 116"/>
            <p:cNvSpPr/>
            <p:nvPr/>
          </p:nvSpPr>
          <p:spPr>
            <a:xfrm rot="10800000">
              <a:off x="7213599" y="-2"/>
              <a:ext cx="4978400" cy="1993901"/>
            </a:xfrm>
            <a:custGeom>
              <a:avLst/>
              <a:gdLst>
                <a:gd name="connsiteX0" fmla="*/ 4850924 w 4850924"/>
                <a:gd name="connsiteY0" fmla="*/ 1887546 h 1887546"/>
                <a:gd name="connsiteX1" fmla="*/ 0 w 4850924"/>
                <a:gd name="connsiteY1" fmla="*/ 1887546 h 1887546"/>
                <a:gd name="connsiteX2" fmla="*/ 0 w 4850924"/>
                <a:gd name="connsiteY2" fmla="*/ 224 h 1887546"/>
                <a:gd name="connsiteX3" fmla="*/ 2686004 w 4850924"/>
                <a:gd name="connsiteY3" fmla="*/ 0 h 188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924" h="1887546">
                  <a:moveTo>
                    <a:pt x="4850924" y="1887546"/>
                  </a:moveTo>
                  <a:lnTo>
                    <a:pt x="0" y="1887546"/>
                  </a:lnTo>
                  <a:lnTo>
                    <a:pt x="0" y="224"/>
                  </a:lnTo>
                  <a:lnTo>
                    <a:pt x="2686004" y="0"/>
                  </a:lnTo>
                  <a:close/>
                </a:path>
              </a:pathLst>
            </a:cu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6" name="任意多边形 115"/>
            <p:cNvSpPr/>
            <p:nvPr/>
          </p:nvSpPr>
          <p:spPr>
            <a:xfrm rot="10800000">
              <a:off x="7342192" y="-2"/>
              <a:ext cx="4849807" cy="1887431"/>
            </a:xfrm>
            <a:custGeom>
              <a:avLst/>
              <a:gdLst>
                <a:gd name="connsiteX0" fmla="*/ 4850924 w 4850924"/>
                <a:gd name="connsiteY0" fmla="*/ 1887546 h 1887546"/>
                <a:gd name="connsiteX1" fmla="*/ 0 w 4850924"/>
                <a:gd name="connsiteY1" fmla="*/ 1887546 h 1887546"/>
                <a:gd name="connsiteX2" fmla="*/ 0 w 4850924"/>
                <a:gd name="connsiteY2" fmla="*/ 224 h 1887546"/>
                <a:gd name="connsiteX3" fmla="*/ 2686004 w 4850924"/>
                <a:gd name="connsiteY3" fmla="*/ 0 h 188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924" h="1887546">
                  <a:moveTo>
                    <a:pt x="4850924" y="1887546"/>
                  </a:moveTo>
                  <a:lnTo>
                    <a:pt x="0" y="1887546"/>
                  </a:lnTo>
                  <a:lnTo>
                    <a:pt x="0" y="224"/>
                  </a:lnTo>
                  <a:lnTo>
                    <a:pt x="2686004" y="0"/>
                  </a:lnTo>
                  <a:close/>
                </a:path>
              </a:pathLst>
            </a:custGeom>
            <a:solidFill>
              <a:srgbClr val="DCDCDC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3079" name="文本框 135"/>
          <p:cNvSpPr txBox="1">
            <a:spLocks noChangeArrowheads="1"/>
          </p:cNvSpPr>
          <p:nvPr/>
        </p:nvSpPr>
        <p:spPr bwMode="auto">
          <a:xfrm>
            <a:off x="5884863" y="2727325"/>
            <a:ext cx="5888037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Basics</a:t>
            </a:r>
            <a:endParaRPr lang="en-US" altLang="en-AU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0" name="文本框 136"/>
          <p:cNvSpPr txBox="1">
            <a:spLocks noChangeArrowheads="1"/>
          </p:cNvSpPr>
          <p:nvPr/>
        </p:nvSpPr>
        <p:spPr bwMode="auto">
          <a:xfrm>
            <a:off x="5911850" y="4037013"/>
            <a:ext cx="555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1" name="文本框 137"/>
          <p:cNvSpPr txBox="1">
            <a:spLocks noChangeArrowheads="1"/>
          </p:cNvSpPr>
          <p:nvPr/>
        </p:nvSpPr>
        <p:spPr bwMode="auto">
          <a:xfrm>
            <a:off x="5899150" y="3660775"/>
            <a:ext cx="5594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Series by Max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Meng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7957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Large Language Models 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740" y="954405"/>
            <a:ext cx="7439025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7957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Brief History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759206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Understanding Languages is Challenging!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1457325"/>
            <a:ext cx="4705350" cy="1476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25" y="3854450"/>
            <a:ext cx="6905625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What did right?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5695" y="1552575"/>
            <a:ext cx="7419975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What did right?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8410" y="1428750"/>
            <a:ext cx="4657725" cy="1333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870" y="4004310"/>
            <a:ext cx="546735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1433195"/>
            <a:ext cx="7486650" cy="399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52830" y="2371090"/>
            <a:ext cx="5995670" cy="1151890"/>
          </a:xfrm>
        </p:spPr>
        <p:txBody>
          <a:bodyPr>
            <a:normAutofit/>
          </a:bodyPr>
          <a:lstStyle/>
          <a:p>
            <a:r>
              <a:rPr lang="en-US" altLang="zh-CN" sz="4400"/>
              <a:t>Prompt Engineering    </a:t>
            </a:r>
            <a:endParaRPr lang="en-US" altLang="zh-CN" sz="440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 and Prompt Engineering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475" y="1457325"/>
            <a:ext cx="763905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 and Prompt Engineering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581150"/>
            <a:ext cx="7400925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82962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In-Context Learning (ICL) - Zero Short Inference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6170" y="2233295"/>
            <a:ext cx="7439025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772223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In-Context Learning (ICL) - One/Few Short Inference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475" y="1457325"/>
            <a:ext cx="763905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Summary of In-Context Learning (ICL)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645" y="1766570"/>
            <a:ext cx="745807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52830" y="2371090"/>
            <a:ext cx="5995670" cy="1151890"/>
          </a:xfrm>
        </p:spPr>
        <p:txBody>
          <a:bodyPr>
            <a:normAutofit/>
          </a:bodyPr>
          <a:lstStyle/>
          <a:p>
            <a:r>
              <a:rPr lang="en-US" altLang="zh-CN" sz="4400"/>
              <a:t>LLM Configuration</a:t>
            </a:r>
            <a:endParaRPr lang="en-US" altLang="zh-CN" sz="440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fontScale="75000" lnSpcReduction="10000"/>
          </a:bodyPr>
          <a:lstStyle/>
          <a:p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 Parameters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2445" y="1885950"/>
            <a:ext cx="608647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 Parameters - Max New Tokens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125" y="1533525"/>
            <a:ext cx="7905750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792035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 Parameters - </a:t>
            </a:r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Greedy vs. Random Sampling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9520" y="1676400"/>
            <a:ext cx="717232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 Parameters - Top K </a:t>
            </a:r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Sampling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470" y="1771650"/>
            <a:ext cx="7972425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Inference Parameters - T</a:t>
            </a:r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emperature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870" y="1814195"/>
            <a:ext cx="7667625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52830" y="2371090"/>
            <a:ext cx="5995670" cy="1151890"/>
          </a:xfrm>
        </p:spPr>
        <p:txBody>
          <a:bodyPr>
            <a:normAutofit fontScale="90000"/>
          </a:bodyPr>
          <a:lstStyle/>
          <a:p>
            <a:r>
              <a:rPr lang="en-US" altLang="zh-CN" sz="4400"/>
              <a:t>GenAI Project Lifecycle</a:t>
            </a:r>
            <a:endParaRPr lang="en-US" altLang="zh-CN" sz="440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fontScale="75000" lnSpcReduction="10000"/>
          </a:bodyPr>
          <a:lstStyle/>
          <a:p>
            <a:r>
              <a:rPr lang="zh-CN" altLang="en-US"/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GenAI Project Lifecycle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330" y="282575"/>
            <a:ext cx="7010400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6122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AU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Tasks</a:t>
            </a:r>
            <a:endParaRPr lang="en-US" altLang="en-AU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61795"/>
            <a:ext cx="7620000" cy="35337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0"/>
</p:tagLst>
</file>

<file path=ppt/tags/tag11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4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</p:tagLst>
</file>

<file path=ppt/tags/tag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3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"/>
  <p:tag name="KSO_WM_UNIT_ID" val="_1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4"/>
</p:tagLst>
</file>

<file path=ppt/tags/tag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日期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8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PRESET_TEXT" val="署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</p:tagLst>
</file>

<file path=ppt/tags/tag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6353"/>
</p:tagLst>
</file>

<file path=ppt/tags/tag8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6353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53"/>
  <p:tag name="KSO_WM_TEMPLATE_CATEGORY" val="custom"/>
  <p:tag name="KSO_WM_TEMPLATE_MASTER_TYPE" val="0"/>
</p:tagLst>
</file>

<file path=ppt/tags/tag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353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ISCONTENTSTITLE" val="0"/>
  <p:tag name="KSO_WM_UNIT_VALUE" val="10"/>
  <p:tag name="KSO_WM_UNIT_TEXT_TYPE" val="1"/>
  <p:tag name="KSO_WM_UNIT_PRESET_TEXT" val="添加章节标题"/>
</p:tagLst>
</file>

<file path=ppt/tags/tag9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353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VALUE" val="2"/>
</p:tagLst>
</file>

<file path=ppt/tags/tag9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53"/>
  <p:tag name="KSO_WM_TEMPLATE_CATEGORY" val="custom"/>
  <p:tag name="KSO_WM_SLIDE_INDEX" val="7"/>
  <p:tag name="KSO_WM_SLIDE_ID" val="custom20236353_7"/>
  <p:tag name="KSO_WM_TEMPLATE_MASTER_TYPE" val="0"/>
  <p:tag name="KSO_WM_SLIDE_LAYOUT" val="a_b_e"/>
  <p:tag name="KSO_WM_SLIDE_LAYOUT_CNT" val="1_1_1"/>
</p:tagLst>
</file>

<file path=ppt/tags/tag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353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ISCONTENTSTITLE" val="0"/>
  <p:tag name="KSO_WM_UNIT_VALUE" val="10"/>
  <p:tag name="KSO_WM_UNIT_TEXT_TYPE" val="1"/>
  <p:tag name="KSO_WM_UNIT_PRESET_TEXT" val="添加章节标题"/>
</p:tagLst>
</file>

<file path=ppt/tags/tag9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353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VALUE" val="2"/>
</p:tagLst>
</file>

<file path=ppt/tags/tag9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53"/>
  <p:tag name="KSO_WM_TEMPLATE_CATEGORY" val="custom"/>
  <p:tag name="KSO_WM_SLIDE_INDEX" val="7"/>
  <p:tag name="KSO_WM_SLIDE_ID" val="custom20236353_7"/>
  <p:tag name="KSO_WM_TEMPLATE_MASTER_TYPE" val="0"/>
  <p:tag name="KSO_WM_SLIDE_LAYOUT" val="a_b_e"/>
  <p:tag name="KSO_WM_SLIDE_LAYOUT_CNT" val="1_1_1"/>
</p:tagLst>
</file>

<file path=ppt/tags/tag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353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ISCONTENTSTITLE" val="0"/>
  <p:tag name="KSO_WM_UNIT_VALUE" val="10"/>
  <p:tag name="KSO_WM_UNIT_TEXT_TYPE" val="1"/>
  <p:tag name="KSO_WM_UNIT_PRESET_TEXT" val="添加章节标题"/>
</p:tagLst>
</file>

<file path=ppt/tags/tag9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6353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3"/>
  <p:tag name="KSO_WM_TEMPLATE_CATEGORY" val="custom"/>
  <p:tag name="KSO_WM_UNIT_VALUE" val="2"/>
</p:tagLst>
</file>

<file path=ppt/tags/tag9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53"/>
  <p:tag name="KSO_WM_TEMPLATE_CATEGORY" val="custom"/>
  <p:tag name="KSO_WM_SLIDE_INDEX" val="7"/>
  <p:tag name="KSO_WM_SLIDE_ID" val="custom20236353_7"/>
  <p:tag name="KSO_WM_TEMPLATE_MASTER_TYPE" val="0"/>
  <p:tag name="KSO_WM_SLIDE_LAYOUT" val="a_b_e"/>
  <p:tag name="KSO_WM_SLIDE_LAYOUT_CNT" val="1_1_1"/>
</p:tagLst>
</file>

<file path=ppt/tags/tag98.xml><?xml version="1.0" encoding="utf-8"?>
<p:tagLst xmlns:p="http://schemas.openxmlformats.org/presentationml/2006/main">
  <p:tag name="resource_record_key" val="{&quot;65&quot;:[20231106],&quot;70&quot;:[3312268,3321416,3312913,3330466,3319064,331410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2166"/>
      </a:dk2>
      <a:lt2>
        <a:srgbClr val="E1ECFF"/>
      </a:lt2>
      <a:accent1>
        <a:srgbClr val="0048E5"/>
      </a:accent1>
      <a:accent2>
        <a:srgbClr val="2C70FF"/>
      </a:accent2>
      <a:accent3>
        <a:srgbClr val="63A2FF"/>
      </a:accent3>
      <a:accent4>
        <a:srgbClr val="8BA1C4"/>
      </a:accent4>
      <a:accent5>
        <a:srgbClr val="B1B1B1"/>
      </a:accent5>
      <a:accent6>
        <a:srgbClr val="70AD47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WPS 演示</Application>
  <PresentationFormat>Widescreen</PresentationFormat>
  <Paragraphs>54</Paragraphs>
  <Slides>22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Calibri Light</vt:lpstr>
      <vt:lpstr>微软雅黑</vt:lpstr>
      <vt:lpstr>Times New Roman</vt:lpstr>
      <vt:lpstr>Cambria Math</vt:lpstr>
      <vt:lpstr>Arial Unicode MS</vt:lpstr>
      <vt:lpstr>Aptos</vt:lpstr>
      <vt:lpstr>Segoe UI</vt:lpstr>
      <vt:lpstr>等线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添加章节标题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Prompt Engineering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LLM Configuration</vt:lpstr>
      <vt:lpstr>PowerPoint 演示文稿</vt:lpstr>
      <vt:lpstr>PowerPoint 演示文稿</vt:lpstr>
    </vt:vector>
  </TitlesOfParts>
  <Company>topppt.cn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Max</cp:lastModifiedBy>
  <cp:revision>78</cp:revision>
  <dcterms:created xsi:type="dcterms:W3CDTF">2015-06-27T07:29:00Z</dcterms:created>
  <dcterms:modified xsi:type="dcterms:W3CDTF">2025-06-09T13:19:56Z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3159ad-d3f3-4355-9702-18da843e15a3_Enabled">
    <vt:lpwstr>true</vt:lpwstr>
  </property>
  <property fmtid="{D5CDD505-2E9C-101B-9397-08002B2CF9AE}" pid="3" name="MSIP_Label_103159ad-d3f3-4355-9702-18da843e15a3_SetDate">
    <vt:lpwstr>2025-06-03T23:00:31Z</vt:lpwstr>
  </property>
  <property fmtid="{D5CDD505-2E9C-101B-9397-08002B2CF9AE}" pid="4" name="MSIP_Label_103159ad-d3f3-4355-9702-18da843e15a3_Method">
    <vt:lpwstr>Standard</vt:lpwstr>
  </property>
  <property fmtid="{D5CDD505-2E9C-101B-9397-08002B2CF9AE}" pid="5" name="MSIP_Label_103159ad-d3f3-4355-9702-18da843e15a3_Name">
    <vt:lpwstr>Confidential</vt:lpwstr>
  </property>
  <property fmtid="{D5CDD505-2E9C-101B-9397-08002B2CF9AE}" pid="6" name="MSIP_Label_103159ad-d3f3-4355-9702-18da843e15a3_SiteId">
    <vt:lpwstr>bf998b72-5bac-4bd3-acfa-b18b718bdc19</vt:lpwstr>
  </property>
  <property fmtid="{D5CDD505-2E9C-101B-9397-08002B2CF9AE}" pid="7" name="MSIP_Label_103159ad-d3f3-4355-9702-18da843e15a3_ActionId">
    <vt:lpwstr>73935e72-afa0-4287-82ac-578ac2245088</vt:lpwstr>
  </property>
  <property fmtid="{D5CDD505-2E9C-101B-9397-08002B2CF9AE}" pid="8" name="MSIP_Label_103159ad-d3f3-4355-9702-18da843e15a3_ContentBits">
    <vt:lpwstr>2</vt:lpwstr>
  </property>
  <property fmtid="{D5CDD505-2E9C-101B-9397-08002B2CF9AE}" pid="9" name="MSIP_Label_103159ad-d3f3-4355-9702-18da843e15a3_Tag">
    <vt:lpwstr>50, 3, 0, 1</vt:lpwstr>
  </property>
  <property fmtid="{D5CDD505-2E9C-101B-9397-08002B2CF9AE}" pid="10" name="ClassificationContentMarkingFooterLocations">
    <vt:lpwstr>Office 主题:3\1_Office 主题:3</vt:lpwstr>
  </property>
  <property fmtid="{D5CDD505-2E9C-101B-9397-08002B2CF9AE}" pid="11" name="ClassificationContentMarkingFooterText">
    <vt:lpwstr>Confidential Information</vt:lpwstr>
  </property>
  <property fmtid="{D5CDD505-2E9C-101B-9397-08002B2CF9AE}" pid="12" name="ICV">
    <vt:lpwstr>A6FFD96457194DC4A1C263F88664E836_12</vt:lpwstr>
  </property>
  <property fmtid="{D5CDD505-2E9C-101B-9397-08002B2CF9AE}" pid="13" name="KSOProductBuildVer">
    <vt:lpwstr>2052-12.1.0.21171</vt:lpwstr>
  </property>
</Properties>
</file>