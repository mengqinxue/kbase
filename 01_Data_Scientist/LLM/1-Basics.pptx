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2.svg" ContentType="image/svg+xml"/>
  <Override PartName="/ppt/media/image2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6"/>
  </p:notesMasterIdLst>
  <p:sldIdLst>
    <p:sldId id="256" r:id="rId4"/>
    <p:sldId id="290" r:id="rId5"/>
    <p:sldId id="301" r:id="rId7"/>
    <p:sldId id="303" r:id="rId8"/>
    <p:sldId id="302" r:id="rId9"/>
    <p:sldId id="304" r:id="rId10"/>
    <p:sldId id="305" r:id="rId11"/>
    <p:sldId id="307" r:id="rId12"/>
    <p:sldId id="306"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2" r:id="rId27"/>
    <p:sldId id="325" r:id="rId28"/>
    <p:sldId id="326" r:id="rId29"/>
    <p:sldId id="327" r:id="rId30"/>
    <p:sldId id="328" r:id="rId31"/>
    <p:sldId id="329" r:id="rId32"/>
    <p:sldId id="330" r:id="rId33"/>
    <p:sldId id="331" r:id="rId34"/>
    <p:sldId id="332" r:id="rId35"/>
    <p:sldId id="342" r:id="rId36"/>
    <p:sldId id="333" r:id="rId37"/>
    <p:sldId id="334" r:id="rId38"/>
    <p:sldId id="336" r:id="rId39"/>
    <p:sldId id="343" r:id="rId40"/>
    <p:sldId id="335" r:id="rId41"/>
    <p:sldId id="337" r:id="rId42"/>
    <p:sldId id="338" r:id="rId43"/>
    <p:sldId id="339" r:id="rId44"/>
    <p:sldId id="340" r:id="rId45"/>
    <p:sldId id="341" r:id="rId46"/>
    <p:sldId id="344" r:id="rId47"/>
    <p:sldId id="345" r:id="rId48"/>
    <p:sldId id="346" r:id="rId49"/>
    <p:sldId id="347" r:id="rId50"/>
    <p:sldId id="348" r:id="rId51"/>
    <p:sldId id="349" r:id="rId52"/>
    <p:sldId id="350" r:id="rId53"/>
    <p:sldId id="351" r:id="rId54"/>
    <p:sldId id="352" r:id="rId55"/>
    <p:sldId id="353" r:id="rId56"/>
    <p:sldId id="354" r:id="rId57"/>
    <p:sldId id="355" r:id="rId58"/>
    <p:sldId id="356" r:id="rId59"/>
    <p:sldId id="357" r:id="rId60"/>
    <p:sldId id="358" r:id="rId61"/>
    <p:sldId id="359" r:id="rId62"/>
    <p:sldId id="360" r:id="rId63"/>
    <p:sldId id="361" r:id="rId64"/>
    <p:sldId id="367" r:id="rId65"/>
    <p:sldId id="368" r:id="rId66"/>
    <p:sldId id="369" r:id="rId67"/>
    <p:sldId id="370" r:id="rId68"/>
    <p:sldId id="371" r:id="rId69"/>
    <p:sldId id="372" r:id="rId70"/>
    <p:sldId id="373" r:id="rId71"/>
    <p:sldId id="374" r:id="rId72"/>
    <p:sldId id="375" r:id="rId73"/>
    <p:sldId id="362" r:id="rId74"/>
  </p:sldIdLst>
  <p:sldSz cx="12192000" cy="6858000"/>
  <p:notesSz cx="6858000" cy="9144000"/>
  <p:custDataLst>
    <p:tags r:id="rId78"/>
  </p:custDataLst>
  <p:defaultTextStyle>
    <a:defPPr>
      <a:defRPr lang="zh-CN"/>
    </a:defPPr>
    <a:lvl1pPr algn="l" rtl="0" eaLnBrk="0" fontAlgn="base" hangingPunct="0">
      <a:spcBef>
        <a:spcPct val="0"/>
      </a:spcBef>
      <a:spcAft>
        <a:spcPct val="0"/>
      </a:spcAft>
      <a:defRPr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59" userDrawn="1">
          <p15:clr>
            <a:srgbClr val="A4A3A4"/>
          </p15:clr>
        </p15:guide>
        <p15:guide id="2" pos="37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760"/>
    <a:srgbClr val="005898"/>
    <a:srgbClr val="BFEA1F"/>
    <a:srgbClr val="FEC925"/>
    <a:srgbClr val="005886"/>
    <a:srgbClr val="0582B2"/>
    <a:srgbClr val="DCDCDC"/>
    <a:srgbClr val="0789B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02" autoAdjust="0"/>
    <p:restoredTop sz="85266"/>
  </p:normalViewPr>
  <p:slideViewPr>
    <p:cSldViewPr snapToGrid="0" showGuides="1">
      <p:cViewPr varScale="1">
        <p:scale>
          <a:sx n="94" d="100"/>
          <a:sy n="94" d="100"/>
        </p:scale>
        <p:origin x="1368" y="488"/>
      </p:cViewPr>
      <p:guideLst>
        <p:guide orient="horz" pos="2159"/>
        <p:guide pos="3792"/>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8" Type="http://schemas.openxmlformats.org/officeDocument/2006/relationships/tags" Target="tags/tag123.xml"/><Relationship Id="rId77" Type="http://schemas.openxmlformats.org/officeDocument/2006/relationships/tableStyles" Target="tableStyles.xml"/><Relationship Id="rId76" Type="http://schemas.openxmlformats.org/officeDocument/2006/relationships/viewProps" Target="viewProps.xml"/><Relationship Id="rId75" Type="http://schemas.openxmlformats.org/officeDocument/2006/relationships/presProps" Target="presProps.xml"/><Relationship Id="rId74" Type="http://schemas.openxmlformats.org/officeDocument/2006/relationships/slide" Target="slides/slide70.xml"/><Relationship Id="rId73" Type="http://schemas.openxmlformats.org/officeDocument/2006/relationships/slide" Target="slides/slide69.xml"/><Relationship Id="rId72" Type="http://schemas.openxmlformats.org/officeDocument/2006/relationships/slide" Target="slides/slide68.xml"/><Relationship Id="rId71" Type="http://schemas.openxmlformats.org/officeDocument/2006/relationships/slide" Target="slides/slide67.xml"/><Relationship Id="rId70" Type="http://schemas.openxmlformats.org/officeDocument/2006/relationships/slide" Target="slides/slide66.xml"/><Relationship Id="rId7" Type="http://schemas.openxmlformats.org/officeDocument/2006/relationships/slide" Target="slides/slide3.xml"/><Relationship Id="rId69" Type="http://schemas.openxmlformats.org/officeDocument/2006/relationships/slide" Target="slides/slide65.xml"/><Relationship Id="rId68" Type="http://schemas.openxmlformats.org/officeDocument/2006/relationships/slide" Target="slides/slide64.xml"/><Relationship Id="rId67" Type="http://schemas.openxmlformats.org/officeDocument/2006/relationships/slide" Target="slides/slide63.xml"/><Relationship Id="rId66" Type="http://schemas.openxmlformats.org/officeDocument/2006/relationships/slide" Target="slides/slide62.xml"/><Relationship Id="rId65" Type="http://schemas.openxmlformats.org/officeDocument/2006/relationships/slide" Target="slides/slide61.xml"/><Relationship Id="rId64" Type="http://schemas.openxmlformats.org/officeDocument/2006/relationships/slide" Target="slides/slide60.xml"/><Relationship Id="rId63" Type="http://schemas.openxmlformats.org/officeDocument/2006/relationships/slide" Target="slides/slide59.xml"/><Relationship Id="rId62" Type="http://schemas.openxmlformats.org/officeDocument/2006/relationships/slide" Target="slides/slide58.xml"/><Relationship Id="rId61" Type="http://schemas.openxmlformats.org/officeDocument/2006/relationships/slide" Target="slides/slide57.xml"/><Relationship Id="rId60" Type="http://schemas.openxmlformats.org/officeDocument/2006/relationships/slide" Target="slides/slide56.xml"/><Relationship Id="rId6" Type="http://schemas.openxmlformats.org/officeDocument/2006/relationships/notesMaster" Target="notesMasters/notesMaster1.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slide" Target="slides/slide2.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E143F0-5E30-A943-A499-1D4E297B00D1}"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endParaRPr lang="en-GB"/>
          </a:p>
          <a:p>
            <a:pPr lvl="1"/>
            <a:r>
              <a:rPr lang="en-GB"/>
              <a:t>Second level</a:t>
            </a:r>
            <a:endParaRPr lang="en-GB"/>
          </a:p>
          <a:p>
            <a:pPr lvl="2"/>
            <a:r>
              <a:rPr lang="en-GB"/>
              <a:t>Third level</a:t>
            </a:r>
            <a:endParaRPr lang="en-GB"/>
          </a:p>
          <a:p>
            <a:pPr lvl="3"/>
            <a:r>
              <a:rPr lang="en-GB"/>
              <a:t>Fourth level</a:t>
            </a:r>
            <a:endParaRPr lang="en-GB"/>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95436A-3CC3-8242-A230-5928AB43C17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t>AI -&gt; has Genetic Algorithms, Statistic Learning, Evolutionary Algorithms, Probabilistic Models, Symbolic AI / Logic-Based AI</a:t>
            </a:r>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t>AI -&gt; has Genetic Algorithms, Statistic Learning, Evolutionary Algorithms, Probabilistic Models, Symbolic AI / Logic-Based AI</a:t>
            </a:r>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t>Normally 5 examples </a:t>
            </a:r>
            <a:endParaRPr 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t>Once you've found the model that is working for you, there are a few settings that you can experiment with to </a:t>
            </a:r>
            <a:endParaRPr lang="en-US" altLang="zh-CN" dirty="0"/>
          </a:p>
          <a:p>
            <a:pPr algn="l"/>
            <a:r>
              <a:rPr lang="en-US" altLang="zh-CN" dirty="0"/>
              <a:t>influence the structure and style of the completions that the model generates.</a:t>
            </a:r>
            <a:endParaRPr lang="en-US" altLang="zh-CN" dirty="0"/>
          </a:p>
          <a:p>
            <a:pPr algn="l"/>
            <a:endParaRPr lang="en-US" altLang="zh-CN" dirty="0"/>
          </a:p>
          <a:p>
            <a:pPr algn="l"/>
            <a:r>
              <a:rPr lang="en-US" altLang="zh-CN" dirty="0"/>
              <a:t>Generally, if you find that your model isn't performing well, say, including five or six examples, you should try fine-tuning your model instead. Fine-tuning performs additional training on the model using new data to make it more capable of the task you want it to perform.</a:t>
            </a:r>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sym typeface="+mn-ea"/>
              </a:rPr>
              <a:t>LLMs encode a deep statistical representation of language. This understanding is developed during the models pre-training phase when the model learns from vast amounts of unstructured textual data. This can be gigabytes, terabytes, and even petabytes of text. </a:t>
            </a:r>
            <a:endParaRPr lang="en-US" altLang="zh-CN" dirty="0">
              <a:sym typeface="+mn-ea"/>
            </a:endParaRPr>
          </a:p>
          <a:p>
            <a:pPr algn="l"/>
            <a:endParaRPr lang="en-US" altLang="zh-CN" dirty="0">
              <a:sym typeface="+mn-ea"/>
            </a:endParaRPr>
          </a:p>
          <a:p>
            <a:pPr algn="l"/>
            <a:r>
              <a:rPr lang="en-US" altLang="zh-CN" dirty="0"/>
              <a:t>In this self-supervised learning step, the model internalizes the patterns and structures present in the language. These patterns then enable the model to complete its training objective, which depends on the architecture of the model, as you'll see shortly. During pre-training, the model weights get updated to minimize the loss of the training objective. </a:t>
            </a:r>
            <a:endParaRPr lang="en-US" altLang="zh-CN" dirty="0">
              <a:sym typeface="+mn-ea"/>
            </a:endParaRPr>
          </a:p>
          <a:p>
            <a:pPr algn="l"/>
            <a:endParaRPr lang="en-US" altLang="zh-CN" dirty="0">
              <a:sym typeface="+mn-ea"/>
            </a:endParaRPr>
          </a:p>
          <a:p>
            <a:pPr algn="l"/>
            <a:endParaRPr lang="en-US" altLang="zh-CN" dirty="0"/>
          </a:p>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t>Encoder-only models are also known as Autoencoding models, and they are pre-trained using masked language modeling. Here, tokens in the input sequence or randomly mask, and the training objective is to predict the mask tokens in order to reconstruct the original sentence. </a:t>
            </a:r>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sym typeface="+mn-ea"/>
              </a:rPr>
              <a:t>Encoder-only models are also known as Autoencoding models, and they are pre-trained using masked language modeling. Here, tokens in the input sequence or randomly mask, and the training objective is to predict the mask tokens in order to reconstruct the original sentence. </a:t>
            </a:r>
            <a:r>
              <a:rPr lang="en-US" altLang="zh-CN" dirty="0"/>
              <a:t>This is also called a denoising objective. Autoencoding models spilled bi-directional representations of the input sequence, meaning that the model has an understanding of the full context of a token and not just of the words that come before. Encoder-only models are ideally suited to task that benefit from this bi-directional contexts.</a:t>
            </a:r>
            <a:endParaRPr lang="en-US" altLang="zh-CN" dirty="0"/>
          </a:p>
          <a:p>
            <a:pPr algn="l"/>
            <a:endParaRPr lang="en-US" altLang="zh-CN" dirty="0"/>
          </a:p>
          <a:p>
            <a:pPr algn="l"/>
            <a:r>
              <a:rPr lang="en-US" altLang="zh-CN" dirty="0"/>
              <a:t>Good at </a:t>
            </a:r>
            <a:endParaRPr lang="en-US" altLang="zh-CN" dirty="0"/>
          </a:p>
          <a:p>
            <a:pPr marL="171450" indent="-171450" algn="l">
              <a:buFont typeface="Arial" panose="020B0604020202020204" pitchFamily="34" charset="0"/>
              <a:buChar char="•"/>
            </a:pPr>
            <a:r>
              <a:rPr lang="en-US" altLang="zh-CN" dirty="0"/>
              <a:t>Sentiment analysis</a:t>
            </a:r>
            <a:endParaRPr lang="en-US" altLang="zh-CN" dirty="0"/>
          </a:p>
          <a:p>
            <a:pPr marL="171450" indent="-171450" algn="l">
              <a:buFont typeface="Arial" panose="020B0604020202020204" pitchFamily="34" charset="0"/>
              <a:buChar char="•"/>
            </a:pPr>
            <a:r>
              <a:rPr lang="en-US" altLang="zh-CN" dirty="0"/>
              <a:t>Named entity recognition</a:t>
            </a:r>
            <a:endParaRPr lang="en-US" altLang="zh-CN" dirty="0"/>
          </a:p>
          <a:p>
            <a:pPr marL="171450" indent="-171450" algn="l">
              <a:buFont typeface="Arial" panose="020B0604020202020204" pitchFamily="34" charset="0"/>
              <a:buChar char="•"/>
            </a:pPr>
            <a:r>
              <a:rPr lang="en-US" altLang="zh-CN" dirty="0"/>
              <a:t>Word classifcation </a:t>
            </a:r>
            <a:endParaRPr lang="en-US" altLang="zh-CN" dirty="0"/>
          </a:p>
          <a:p>
            <a:pPr marL="171450" indent="-171450" algn="l">
              <a:buFont typeface="Arial" panose="020B0604020202020204" pitchFamily="34" charset="0"/>
              <a:buChar char="•"/>
            </a:pPr>
            <a:endParaRPr lang="en-US" altLang="zh-CN" dirty="0"/>
          </a:p>
          <a:p>
            <a:pPr indent="0" algn="l">
              <a:buFont typeface="Arial" panose="020B0604020202020204" pitchFamily="34" charset="0"/>
              <a:buNone/>
            </a:pPr>
            <a:r>
              <a:rPr lang="en-US" altLang="zh-CN" dirty="0"/>
              <a:t>Examples</a:t>
            </a:r>
            <a:endParaRPr lang="en-US" altLang="zh-CN" dirty="0"/>
          </a:p>
          <a:p>
            <a:pPr marL="171450" indent="-171450" algn="l">
              <a:buFont typeface="Arial" panose="020B0604020202020204" pitchFamily="34" charset="0"/>
              <a:buChar char="•"/>
            </a:pPr>
            <a:r>
              <a:rPr lang="en-US" altLang="zh-CN" dirty="0"/>
              <a:t>BERT</a:t>
            </a:r>
            <a:endParaRPr lang="en-US" altLang="zh-CN" dirty="0"/>
          </a:p>
          <a:p>
            <a:pPr marL="171450" indent="-171450" algn="l">
              <a:buFont typeface="Arial" panose="020B0604020202020204" pitchFamily="34" charset="0"/>
              <a:buChar char="•"/>
            </a:pPr>
            <a:r>
              <a:rPr lang="en-US" altLang="zh-CN" dirty="0"/>
              <a:t>ROBERTA</a:t>
            </a:r>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t>Decoder-only or autoregressive models, which are pre-trained using causal language modeling (</a:t>
            </a:r>
            <a:r>
              <a:rPr lang="zh-CN" altLang="en-US" dirty="0"/>
              <a:t>只用</a:t>
            </a:r>
            <a:r>
              <a:rPr lang="en-US" altLang="zh-CN" dirty="0"/>
              <a:t> </a:t>
            </a:r>
            <a:r>
              <a:rPr lang="zh-CN" altLang="en-US" dirty="0"/>
              <a:t>前面的词预测下一个词，即模型只能</a:t>
            </a:r>
            <a:r>
              <a:rPr lang="en-US" altLang="zh-CN" dirty="0"/>
              <a:t>“</a:t>
            </a:r>
            <a:r>
              <a:rPr lang="zh-CN" altLang="en-US" dirty="0"/>
              <a:t>看见过去</a:t>
            </a:r>
            <a:r>
              <a:rPr lang="en-US" altLang="zh-CN" dirty="0"/>
              <a:t>”</a:t>
            </a:r>
            <a:r>
              <a:rPr lang="zh-CN" altLang="en-US" dirty="0"/>
              <a:t>，不能</a:t>
            </a:r>
            <a:r>
              <a:rPr lang="en-US" altLang="zh-CN" dirty="0"/>
              <a:t>“</a:t>
            </a:r>
            <a:r>
              <a:rPr lang="zh-CN" altLang="en-US" dirty="0"/>
              <a:t>窥视未来</a:t>
            </a:r>
            <a:r>
              <a:rPr lang="en-US" altLang="zh-CN" dirty="0"/>
              <a:t>”).  Here, the training objective is to predict the next token based on the previous sequence of tokens. Predicting the next token is sometimes called full language modeling by researchers. Decoder-based autoregressive models, mask the input sequence and can only see the input tokens leading up to the token in question. The model has no knowledge of the end of the sentence. The model then iterates over the input sequence one by one to predict the following token. In contrast to the encoder architecture, this means that the context is unidirectional. By learning to predict the next token from a vast number of examples, the model builds up a statistical representation of language. Models of this type make use of the decoder component off the original architecture without the encoder. </a:t>
            </a:r>
            <a:endParaRPr lang="en-US" altLang="zh-CN" dirty="0"/>
          </a:p>
          <a:p>
            <a:pPr algn="l"/>
            <a:endParaRPr lang="en-US" altLang="zh-CN" dirty="0"/>
          </a:p>
          <a:p>
            <a:pPr algn="l"/>
            <a:r>
              <a:rPr lang="en-US" altLang="zh-CN" dirty="0"/>
              <a:t>Good at</a:t>
            </a:r>
            <a:endParaRPr lang="en-US" altLang="zh-CN" dirty="0"/>
          </a:p>
          <a:p>
            <a:pPr marL="171450" indent="-171450" algn="l">
              <a:buFont typeface="Arial" panose="020B0604020202020204" pitchFamily="34" charset="0"/>
              <a:buChar char="•"/>
            </a:pPr>
            <a:r>
              <a:rPr lang="en-US" altLang="zh-CN" dirty="0"/>
              <a:t>Text generation</a:t>
            </a:r>
            <a:endParaRPr lang="en-US" altLang="zh-CN" dirty="0"/>
          </a:p>
          <a:p>
            <a:pPr marL="171450" indent="-171450" algn="l">
              <a:buFont typeface="Arial" panose="020B0604020202020204" pitchFamily="34" charset="0"/>
              <a:buChar char="•"/>
            </a:pPr>
            <a:r>
              <a:rPr lang="en-US" altLang="zh-CN" dirty="0"/>
              <a:t>Other emergent behavior - </a:t>
            </a:r>
            <a:r>
              <a:rPr lang="en-US" altLang="zh-CN" dirty="0"/>
              <a:t>depends on model size </a:t>
            </a:r>
            <a:endParaRPr lang="en-US" altLang="zh-CN" dirty="0"/>
          </a:p>
          <a:p>
            <a:pPr marL="171450" indent="-171450" algn="l">
              <a:buFont typeface="Arial" panose="020B0604020202020204" pitchFamily="34" charset="0"/>
              <a:buChar char="•"/>
            </a:pPr>
            <a:endParaRPr lang="en-US" altLang="zh-CN" dirty="0"/>
          </a:p>
          <a:p>
            <a:pPr indent="0" algn="l">
              <a:buFont typeface="Arial" panose="020B0604020202020204" pitchFamily="34" charset="0"/>
              <a:buNone/>
            </a:pPr>
            <a:r>
              <a:rPr lang="en-US" altLang="zh-CN" dirty="0"/>
              <a:t>Examples</a:t>
            </a:r>
            <a:endParaRPr lang="en-US" altLang="zh-CN" dirty="0"/>
          </a:p>
          <a:p>
            <a:pPr marL="171450" indent="-171450" algn="l">
              <a:buFont typeface="Arial" panose="020B0604020202020204" pitchFamily="34" charset="0"/>
              <a:buChar char="•"/>
            </a:pPr>
            <a:r>
              <a:rPr lang="en-US" altLang="zh-CN" dirty="0"/>
              <a:t>GPT</a:t>
            </a:r>
            <a:endParaRPr lang="en-US" altLang="zh-CN" dirty="0"/>
          </a:p>
          <a:p>
            <a:pPr marL="171450" indent="-171450" algn="l">
              <a:buFont typeface="Arial" panose="020B0604020202020204" pitchFamily="34" charset="0"/>
              <a:buChar char="•"/>
            </a:pPr>
            <a:r>
              <a:rPr lang="en-US" altLang="zh-CN" dirty="0"/>
              <a:t>BLOOM</a:t>
            </a:r>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t>Good at</a:t>
            </a:r>
            <a:endParaRPr lang="en-US" altLang="zh-CN" dirty="0"/>
          </a:p>
          <a:p>
            <a:pPr marL="171450" indent="-171450" algn="l">
              <a:buFont typeface="Arial" panose="020B0604020202020204" pitchFamily="34" charset="0"/>
              <a:buChar char="•"/>
            </a:pPr>
            <a:r>
              <a:rPr lang="en-US" altLang="zh-CN" dirty="0"/>
              <a:t>Translatioin</a:t>
            </a:r>
            <a:endParaRPr lang="en-US" altLang="zh-CN" dirty="0"/>
          </a:p>
          <a:p>
            <a:pPr marL="171450" indent="-171450" algn="l">
              <a:buFont typeface="Arial" panose="020B0604020202020204" pitchFamily="34" charset="0"/>
              <a:buChar char="•"/>
            </a:pPr>
            <a:r>
              <a:rPr lang="en-US" altLang="zh-CN" dirty="0"/>
              <a:t>Text summarization</a:t>
            </a:r>
            <a:endParaRPr lang="en-US" altLang="zh-CN" dirty="0"/>
          </a:p>
          <a:p>
            <a:pPr marL="171450" indent="-171450" algn="l">
              <a:buFont typeface="Arial" panose="020B0604020202020204" pitchFamily="34" charset="0"/>
              <a:buChar char="•"/>
            </a:pPr>
            <a:r>
              <a:rPr lang="en-US" altLang="zh-CN" dirty="0"/>
              <a:t>Question answering</a:t>
            </a:r>
            <a:endParaRPr lang="en-US" altLang="zh-CN" dirty="0"/>
          </a:p>
          <a:p>
            <a:pPr marL="171450" indent="-171450" algn="l">
              <a:buFont typeface="Arial" panose="020B0604020202020204" pitchFamily="34" charset="0"/>
              <a:buChar char="•"/>
            </a:pPr>
            <a:endParaRPr lang="en-US" altLang="zh-CN" dirty="0"/>
          </a:p>
          <a:p>
            <a:pPr indent="0" algn="l">
              <a:buFont typeface="Arial" panose="020B0604020202020204" pitchFamily="34" charset="0"/>
              <a:buNone/>
            </a:pPr>
            <a:r>
              <a:rPr lang="en-US" altLang="zh-CN" dirty="0"/>
              <a:t>Examples</a:t>
            </a:r>
            <a:endParaRPr lang="en-US" altLang="zh-CN" dirty="0"/>
          </a:p>
          <a:p>
            <a:pPr marL="171450" indent="-171450" algn="l">
              <a:buFont typeface="Arial" panose="020B0604020202020204" pitchFamily="34" charset="0"/>
              <a:buChar char="•"/>
            </a:pPr>
            <a:r>
              <a:rPr lang="en-US" altLang="zh-CN" dirty="0"/>
              <a:t>T5</a:t>
            </a:r>
            <a:endParaRPr lang="en-US" altLang="zh-CN" dirty="0"/>
          </a:p>
          <a:p>
            <a:pPr marL="171450" indent="-171450" algn="l">
              <a:buFont typeface="Arial" panose="020B0604020202020204" pitchFamily="34" charset="0"/>
              <a:buChar char="•"/>
            </a:pPr>
            <a:r>
              <a:rPr lang="en-US" altLang="zh-CN" dirty="0"/>
              <a:t>BART</a:t>
            </a:r>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t>If you want to train the model, you'll have to plan for additional components that use GPU memory during training. These include two Adam optimizer states, gradients, activations, and temporary variables needed by your functions. This can easily lead to 20 extra bytes of memory per model parameter.</a:t>
            </a:r>
            <a:endParaRPr lang="en-US" altLang="zh-CN" dirty="0"/>
          </a:p>
          <a:p>
            <a:pPr algn="l"/>
            <a:endParaRPr lang="en-US" altLang="zh-CN" dirty="0"/>
          </a:p>
          <a:p>
            <a:pPr algn="l"/>
            <a:r>
              <a:rPr lang="zh-CN" altLang="en-US" dirty="0"/>
              <a:t>训练时候，大约是</a:t>
            </a:r>
            <a:r>
              <a:rPr lang="en-US" altLang="zh-CN" dirty="0"/>
              <a:t> hosting</a:t>
            </a:r>
            <a:r>
              <a:rPr lang="zh-CN" altLang="en-US" dirty="0"/>
              <a:t>的</a:t>
            </a:r>
            <a:r>
              <a:rPr lang="en-US" altLang="zh-CN" dirty="0"/>
              <a:t> 5-6</a:t>
            </a:r>
            <a:r>
              <a:rPr lang="zh-CN" altLang="en-US" dirty="0"/>
              <a:t>倍的</a:t>
            </a:r>
            <a:r>
              <a:rPr lang="en-US" altLang="zh-CN" dirty="0"/>
              <a:t> memory </a:t>
            </a:r>
            <a:r>
              <a:rPr lang="zh-CN" altLang="en-US" dirty="0"/>
              <a:t>的</a:t>
            </a:r>
            <a:r>
              <a:rPr lang="zh-CN" altLang="en-US" dirty="0"/>
              <a:t>需求</a:t>
            </a:r>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altLang="zh-CN" dirty="0"/>
              <a:t>https://arxiv.org/abs/2303.17564</a:t>
            </a:r>
            <a:endParaRPr lang="en-US" altLang="zh-CN"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zh-CN" altLang="en-US" dirty="0"/>
          </a:p>
        </p:txBody>
      </p:sp>
      <p:sp>
        <p:nvSpPr>
          <p:cNvPr id="4" name="Slide Number Placeholder 3"/>
          <p:cNvSpPr>
            <a:spLocks noGrp="1"/>
          </p:cNvSpPr>
          <p:nvPr>
            <p:ph type="sldNum" sz="quarter" idx="5"/>
          </p:nvPr>
        </p:nvSpPr>
        <p:spPr/>
        <p:txBody>
          <a:bodyPr/>
          <a:lstStyle/>
          <a:p>
            <a:fld id="{AF95436A-3CC3-8242-A230-5928AB43C17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6" Type="http://schemas.openxmlformats.org/officeDocument/2006/relationships/image" Target="../media/image1.png"/><Relationship Id="rId15" Type="http://schemas.openxmlformats.org/officeDocument/2006/relationships/tags" Target="../tags/tag14.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6" Type="http://schemas.openxmlformats.org/officeDocument/2006/relationships/tags" Target="../tags/tag24.xml"/><Relationship Id="rId5" Type="http://schemas.openxmlformats.org/officeDocument/2006/relationships/tags" Target="../tags/tag23.xml"/><Relationship Id="rId4" Type="http://schemas.openxmlformats.org/officeDocument/2006/relationships/tags" Target="../tags/tag22.xml"/><Relationship Id="rId3" Type="http://schemas.openxmlformats.org/officeDocument/2006/relationships/tags" Target="../tags/tag21.xml"/><Relationship Id="rId2" Type="http://schemas.openxmlformats.org/officeDocument/2006/relationships/tags" Target="../tags/tag20.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9" Type="http://schemas.openxmlformats.org/officeDocument/2006/relationships/tags" Target="../tags/tag31.xml"/><Relationship Id="rId8" Type="http://schemas.openxmlformats.org/officeDocument/2006/relationships/tags" Target="../tags/tag30.xml"/><Relationship Id="rId7" Type="http://schemas.openxmlformats.org/officeDocument/2006/relationships/tags" Target="../tags/tag29.xml"/><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image" Target="../media/image2.png"/><Relationship Id="rId3" Type="http://schemas.openxmlformats.org/officeDocument/2006/relationships/tags" Target="../tags/tag26.xml"/><Relationship Id="rId2" Type="http://schemas.openxmlformats.org/officeDocument/2006/relationships/tags" Target="../tags/tag25.xml"/><Relationship Id="rId14" Type="http://schemas.openxmlformats.org/officeDocument/2006/relationships/tags" Target="../tags/tag36.xml"/><Relationship Id="rId13" Type="http://schemas.openxmlformats.org/officeDocument/2006/relationships/tags" Target="../tags/tag35.xml"/><Relationship Id="rId12" Type="http://schemas.openxmlformats.org/officeDocument/2006/relationships/tags" Target="../tags/tag34.xml"/><Relationship Id="rId11" Type="http://schemas.openxmlformats.org/officeDocument/2006/relationships/tags" Target="../tags/tag33.xml"/><Relationship Id="rId10" Type="http://schemas.openxmlformats.org/officeDocument/2006/relationships/tags" Target="../tags/tag32.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9" Type="http://schemas.openxmlformats.org/officeDocument/2006/relationships/tags" Target="../tags/tag50.xml"/><Relationship Id="rId8" Type="http://schemas.openxmlformats.org/officeDocument/2006/relationships/tags" Target="../tags/tag49.xml"/><Relationship Id="rId7" Type="http://schemas.openxmlformats.org/officeDocument/2006/relationships/tags" Target="../tags/tag48.xml"/><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tags" Target="../tags/tag52.xml"/><Relationship Id="rId2" Type="http://schemas.openxmlformats.org/officeDocument/2006/relationships/tags" Target="../tags/tag5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4" Type="http://schemas.openxmlformats.org/officeDocument/2006/relationships/tags" Target="../tags/tag57.xml"/><Relationship Id="rId3" Type="http://schemas.openxmlformats.org/officeDocument/2006/relationships/tags" Target="../tags/tag56.xml"/><Relationship Id="rId2" Type="http://schemas.openxmlformats.org/officeDocument/2006/relationships/tags" Target="../tags/tag5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5" Type="http://schemas.openxmlformats.org/officeDocument/2006/relationships/tags" Target="../tags/tag61.xml"/><Relationship Id="rId4" Type="http://schemas.openxmlformats.org/officeDocument/2006/relationships/tags" Target="../tags/tag60.xml"/><Relationship Id="rId3" Type="http://schemas.openxmlformats.org/officeDocument/2006/relationships/tags" Target="../tags/tag59.xml"/><Relationship Id="rId2" Type="http://schemas.openxmlformats.org/officeDocument/2006/relationships/tags" Target="../tags/tag58.xml"/><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6" Type="http://schemas.openxmlformats.org/officeDocument/2006/relationships/tags" Target="../tags/tag66.xml"/><Relationship Id="rId5" Type="http://schemas.openxmlformats.org/officeDocument/2006/relationships/tags" Target="../tags/tag65.xml"/><Relationship Id="rId4" Type="http://schemas.openxmlformats.org/officeDocument/2006/relationships/tags" Target="../tags/tag64.xml"/><Relationship Id="rId3" Type="http://schemas.openxmlformats.org/officeDocument/2006/relationships/tags" Target="../tags/tag63.xml"/><Relationship Id="rId2" Type="http://schemas.openxmlformats.org/officeDocument/2006/relationships/tags" Target="../tags/tag62.xml"/><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9" Type="http://schemas.openxmlformats.org/officeDocument/2006/relationships/tags" Target="../tags/tag74.xml"/><Relationship Id="rId8" Type="http://schemas.openxmlformats.org/officeDocument/2006/relationships/tags" Target="../tags/tag73.xml"/><Relationship Id="rId7" Type="http://schemas.openxmlformats.org/officeDocument/2006/relationships/tags" Target="../tags/tag72.xml"/><Relationship Id="rId6" Type="http://schemas.openxmlformats.org/officeDocument/2006/relationships/tags" Target="../tags/tag71.xml"/><Relationship Id="rId5" Type="http://schemas.openxmlformats.org/officeDocument/2006/relationships/tags" Target="../tags/tag70.xml"/><Relationship Id="rId4" Type="http://schemas.openxmlformats.org/officeDocument/2006/relationships/tags" Target="../tags/tag69.xml"/><Relationship Id="rId3" Type="http://schemas.openxmlformats.org/officeDocument/2006/relationships/tags" Target="../tags/tag68.xml"/><Relationship Id="rId2" Type="http://schemas.openxmlformats.org/officeDocument/2006/relationships/tags" Target="../tags/tag67.xml"/><Relationship Id="rId17" Type="http://schemas.openxmlformats.org/officeDocument/2006/relationships/tags" Target="../tags/tag81.xml"/><Relationship Id="rId16" Type="http://schemas.openxmlformats.org/officeDocument/2006/relationships/image" Target="../media/image1.png"/><Relationship Id="rId15" Type="http://schemas.openxmlformats.org/officeDocument/2006/relationships/tags" Target="../tags/tag80.xml"/><Relationship Id="rId14" Type="http://schemas.openxmlformats.org/officeDocument/2006/relationships/tags" Target="../tags/tag79.xml"/><Relationship Id="rId13" Type="http://schemas.openxmlformats.org/officeDocument/2006/relationships/tags" Target="../tags/tag78.xml"/><Relationship Id="rId12" Type="http://schemas.openxmlformats.org/officeDocument/2006/relationships/tags" Target="../tags/tag77.xml"/><Relationship Id="rId11" Type="http://schemas.openxmlformats.org/officeDocument/2006/relationships/tags" Target="../tags/tag76.xml"/><Relationship Id="rId10" Type="http://schemas.openxmlformats.org/officeDocument/2006/relationships/tags" Target="../tags/tag75.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lvl1pPr>
              <a:defRPr/>
            </a:lvl1pPr>
          </a:lstStyle>
          <a:p>
            <a:pPr>
              <a:defRPr/>
            </a:pPr>
            <a:fld id="{8F29C054-22FA-404E-8AFD-F8DB492C4C91}"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E073239E-9805-4B58-98BC-578519A4E58E}" type="slidenum">
              <a:rPr lang="zh-CN" altLang="en-US"/>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B95C5586-4765-46AA-A3B4-DA46365CEC6A}"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0F9BDA91-3807-4416-A160-E8F37B74BD2F}" type="slidenum">
              <a:rPr lang="zh-CN" altLang="en-US"/>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lvl1pPr>
              <a:defRPr/>
            </a:lvl1pPr>
          </a:lstStyle>
          <a:p>
            <a:pPr>
              <a:defRPr/>
            </a:pPr>
            <a:fld id="{0D5C7688-190C-4ACB-A3D9-231F282A02DE}"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587D0487-CA0D-45B3-AD9B-D348E2079432}" type="slidenum">
              <a:rPr lang="zh-CN" altLang="en-US"/>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日期占位符 3"/>
          <p:cNvSpPr>
            <a:spLocks noGrp="1"/>
          </p:cNvSpPr>
          <p:nvPr>
            <p:ph type="dt" sz="half" idx="10"/>
          </p:nvPr>
        </p:nvSpPr>
        <p:spPr/>
        <p:txBody>
          <a:bodyPr/>
          <a:lstStyle>
            <a:lvl1pPr>
              <a:defRPr/>
            </a:lvl1pPr>
          </a:lstStyle>
          <a:p>
            <a:pPr>
              <a:defRPr/>
            </a:pPr>
            <a:fld id="{DDD151FB-8AAA-4FE9-A1EA-741B5941909E}" type="datetimeFigureOut">
              <a:rPr lang="zh-CN" altLang="en-US"/>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fld id="{ACC692BA-4462-41AA-AE4A-DDC7F83BC125}" type="slidenum">
              <a:rPr lang="zh-CN" altLang="en-US"/>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3"/>
          <p:cNvSpPr>
            <a:spLocks noGrp="1"/>
          </p:cNvSpPr>
          <p:nvPr>
            <p:ph type="dt" sz="half" idx="10"/>
          </p:nvPr>
        </p:nvSpPr>
        <p:spPr/>
        <p:txBody>
          <a:bodyPr/>
          <a:lstStyle>
            <a:lvl1pPr>
              <a:defRPr/>
            </a:lvl1pPr>
          </a:lstStyle>
          <a:p>
            <a:pPr>
              <a:defRPr/>
            </a:pPr>
            <a:fld id="{3286F8A1-6382-4FA9-97FF-94C6EF12A773}" type="datetimeFigureOut">
              <a:rPr lang="zh-CN" altLang="en-US"/>
            </a:fld>
            <a:endParaRPr lang="zh-CN" altLang="en-US"/>
          </a:p>
        </p:txBody>
      </p:sp>
      <p:sp>
        <p:nvSpPr>
          <p:cNvPr id="8" name="页脚占位符 4"/>
          <p:cNvSpPr>
            <a:spLocks noGrp="1"/>
          </p:cNvSpPr>
          <p:nvPr>
            <p:ph type="ftr" sz="quarter" idx="11"/>
          </p:nvPr>
        </p:nvSpPr>
        <p:spPr/>
        <p:txBody>
          <a:bodyPr/>
          <a:lstStyle>
            <a:lvl1pPr>
              <a:defRPr/>
            </a:lvl1pPr>
          </a:lstStyle>
          <a:p>
            <a:pPr>
              <a:defRPr/>
            </a:pPr>
            <a:endParaRPr lang="zh-CN" altLang="en-US"/>
          </a:p>
        </p:txBody>
      </p:sp>
      <p:sp>
        <p:nvSpPr>
          <p:cNvPr id="9" name="灯片编号占位符 5"/>
          <p:cNvSpPr>
            <a:spLocks noGrp="1"/>
          </p:cNvSpPr>
          <p:nvPr>
            <p:ph type="sldNum" sz="quarter" idx="12"/>
          </p:nvPr>
        </p:nvSpPr>
        <p:spPr/>
        <p:txBody>
          <a:bodyPr/>
          <a:lstStyle>
            <a:lvl1pPr>
              <a:defRPr/>
            </a:lvl1pPr>
          </a:lstStyle>
          <a:p>
            <a:fld id="{A0F9E068-E81B-4345-B589-B55A1F90E20E}" type="slidenum">
              <a:rPr lang="zh-CN" altLang="en-US"/>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3"/>
          <p:cNvSpPr>
            <a:spLocks noGrp="1"/>
          </p:cNvSpPr>
          <p:nvPr>
            <p:ph type="dt" sz="half" idx="10"/>
          </p:nvPr>
        </p:nvSpPr>
        <p:spPr/>
        <p:txBody>
          <a:bodyPr/>
          <a:lstStyle>
            <a:lvl1pPr>
              <a:defRPr/>
            </a:lvl1pPr>
          </a:lstStyle>
          <a:p>
            <a:pPr>
              <a:defRPr/>
            </a:pPr>
            <a:fld id="{D7537A96-75C8-4E1B-9D25-ADAC0AEB41DD}" type="datetimeFigureOut">
              <a:rPr lang="zh-CN" altLang="en-US"/>
            </a:fld>
            <a:endParaRPr lang="zh-CN" altLang="en-US"/>
          </a:p>
        </p:txBody>
      </p:sp>
      <p:sp>
        <p:nvSpPr>
          <p:cNvPr id="4" name="页脚占位符 4"/>
          <p:cNvSpPr>
            <a:spLocks noGrp="1"/>
          </p:cNvSpPr>
          <p:nvPr>
            <p:ph type="ftr" sz="quarter" idx="11"/>
          </p:nvPr>
        </p:nvSpPr>
        <p:spPr/>
        <p:txBody>
          <a:bodyPr/>
          <a:lstStyle>
            <a:lvl1pPr>
              <a:defRPr/>
            </a:lvl1pPr>
          </a:lstStyle>
          <a:p>
            <a:pPr>
              <a:defRPr/>
            </a:pPr>
            <a:endParaRPr lang="zh-CN" altLang="en-US"/>
          </a:p>
        </p:txBody>
      </p:sp>
      <p:sp>
        <p:nvSpPr>
          <p:cNvPr id="5" name="灯片编号占位符 5"/>
          <p:cNvSpPr>
            <a:spLocks noGrp="1"/>
          </p:cNvSpPr>
          <p:nvPr>
            <p:ph type="sldNum" sz="quarter" idx="12"/>
          </p:nvPr>
        </p:nvSpPr>
        <p:spPr/>
        <p:txBody>
          <a:bodyPr/>
          <a:lstStyle>
            <a:lvl1pPr>
              <a:defRPr/>
            </a:lvl1pPr>
          </a:lstStyle>
          <a:p>
            <a:fld id="{6329EB5E-63BD-490E-B9F5-FA0D002138C0}" type="slidenum">
              <a:rPr lang="zh-CN" altLang="en-US"/>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p:cNvSpPr>
          <p:nvPr>
            <p:ph type="dt" sz="half" idx="10"/>
          </p:nvPr>
        </p:nvSpPr>
        <p:spPr/>
        <p:txBody>
          <a:bodyPr/>
          <a:lstStyle>
            <a:lvl1pPr>
              <a:defRPr/>
            </a:lvl1pPr>
          </a:lstStyle>
          <a:p>
            <a:pPr>
              <a:defRPr/>
            </a:pPr>
            <a:fld id="{D80D66AF-F34E-4301-8B61-1E2E2BD7D19C}" type="datetimeFigureOut">
              <a:rPr lang="zh-CN" altLang="en-US"/>
            </a:fld>
            <a:endParaRPr lang="zh-CN" altLang="en-US"/>
          </a:p>
        </p:txBody>
      </p:sp>
      <p:sp>
        <p:nvSpPr>
          <p:cNvPr id="3" name="页脚占位符 4"/>
          <p:cNvSpPr>
            <a:spLocks noGrp="1"/>
          </p:cNvSpPr>
          <p:nvPr>
            <p:ph type="ftr" sz="quarter" idx="11"/>
          </p:nvPr>
        </p:nvSpPr>
        <p:spPr/>
        <p:txBody>
          <a:bodyPr/>
          <a:lstStyle>
            <a:lvl1pPr>
              <a:defRPr/>
            </a:lvl1pPr>
          </a:lstStyle>
          <a:p>
            <a:pPr>
              <a:defRPr/>
            </a:pPr>
            <a:endParaRPr lang="zh-CN" altLang="en-US"/>
          </a:p>
        </p:txBody>
      </p:sp>
      <p:sp>
        <p:nvSpPr>
          <p:cNvPr id="4" name="灯片编号占位符 5"/>
          <p:cNvSpPr>
            <a:spLocks noGrp="1"/>
          </p:cNvSpPr>
          <p:nvPr>
            <p:ph type="sldNum" sz="quarter" idx="12"/>
          </p:nvPr>
        </p:nvSpPr>
        <p:spPr/>
        <p:txBody>
          <a:bodyPr/>
          <a:lstStyle>
            <a:lvl1pPr>
              <a:defRPr/>
            </a:lvl1pPr>
          </a:lstStyle>
          <a:p>
            <a:fld id="{B2587B05-1B86-48B9-84AF-9C53F3E18981}" type="slidenum">
              <a:rPr lang="zh-CN" altLang="en-US"/>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3"/>
          <p:cNvSpPr>
            <a:spLocks noGrp="1"/>
          </p:cNvSpPr>
          <p:nvPr>
            <p:ph type="dt" sz="half" idx="10"/>
          </p:nvPr>
        </p:nvSpPr>
        <p:spPr/>
        <p:txBody>
          <a:bodyPr/>
          <a:lstStyle>
            <a:lvl1pPr>
              <a:defRPr/>
            </a:lvl1pPr>
          </a:lstStyle>
          <a:p>
            <a:pPr>
              <a:defRPr/>
            </a:pPr>
            <a:fld id="{FECFA20D-F03A-4496-8E5B-2546E0283B28}" type="datetimeFigureOut">
              <a:rPr lang="zh-CN" altLang="en-US"/>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fld id="{DB52924C-A0A2-4297-A4B1-B457E23EFC2A}" type="slidenum">
              <a:rPr lang="zh-CN" altLang="en-US"/>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3"/>
          <p:cNvSpPr>
            <a:spLocks noGrp="1"/>
          </p:cNvSpPr>
          <p:nvPr>
            <p:ph type="dt" sz="half" idx="10"/>
          </p:nvPr>
        </p:nvSpPr>
        <p:spPr/>
        <p:txBody>
          <a:bodyPr/>
          <a:lstStyle>
            <a:lvl1pPr>
              <a:defRPr/>
            </a:lvl1pPr>
          </a:lstStyle>
          <a:p>
            <a:pPr>
              <a:defRPr/>
            </a:pPr>
            <a:fld id="{0CC79AB6-A906-417E-AB67-8060FFCB2E6D}" type="datetimeFigureOut">
              <a:rPr lang="zh-CN" altLang="en-US"/>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fld id="{1885CAB7-E977-40E2-A8C8-CCA09A29A0FD}" type="slidenum">
              <a:rPr lang="zh-CN" altLang="en-US"/>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86C5D6C4-B03E-47BB-856D-9FFA318B0DB5}"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1898C211-E843-41B9-BFE7-2848813AAFE4}" type="slidenum">
              <a:rPr lang="zh-CN" altLang="en-US"/>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935F68E8-6260-47C1-95B7-B11F30F3A233}"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BC61E481-F80E-4573-B1F3-5FD3020DBB39}" type="slidenum">
              <a:rPr lang="zh-CN" altLang="en-US"/>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showMasterSp="0" userDrawn="1">
  <p:cSld name="标题幻灯片">
    <p:spTree>
      <p:nvGrpSpPr>
        <p:cNvPr id="1" name=""/>
        <p:cNvGrpSpPr/>
        <p:nvPr/>
      </p:nvGrpSpPr>
      <p:grpSpPr>
        <a:xfrm>
          <a:off x="0" y="0"/>
          <a:ext cx="0" cy="0"/>
          <a:chOff x="0" y="0"/>
          <a:chExt cx="0" cy="0"/>
        </a:xfrm>
      </p:grpSpPr>
      <p:sp>
        <p:nvSpPr>
          <p:cNvPr id="12" name="矩形 11"/>
          <p:cNvSpPr/>
          <p:nvPr userDrawn="1">
            <p:custDataLst>
              <p:tags r:id="rId2"/>
            </p:custDataLst>
          </p:nvPr>
        </p:nvSpPr>
        <p:spPr>
          <a:xfrm>
            <a:off x="0" y="0"/>
            <a:ext cx="12192000" cy="6858000"/>
          </a:xfrm>
          <a:prstGeom prst="rect">
            <a:avLst/>
          </a:prstGeom>
          <a:gradFill>
            <a:gsLst>
              <a:gs pos="0">
                <a:schemeClr val="accent1"/>
              </a:gs>
              <a:gs pos="100000">
                <a:schemeClr val="accent2"/>
              </a:gs>
            </a:gsLst>
            <a:lin ang="2700000" scaled="1"/>
          </a:gradFill>
          <a:ln>
            <a:noFill/>
            <a:prstDash val="solid"/>
          </a:ln>
          <a:effectLst>
            <a:outerShdw blurRad="203200" dist="101600" dir="8100000" algn="tr" rotWithShape="0">
              <a:srgbClr val="FF5DA9">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solidFill>
                <a:schemeClr val="bg1"/>
              </a:solidFill>
            </a:endParaRPr>
          </a:p>
        </p:txBody>
      </p:sp>
      <p:sp>
        <p:nvSpPr>
          <p:cNvPr id="13" name="任意多边形: 形状 12"/>
          <p:cNvSpPr/>
          <p:nvPr userDrawn="1">
            <p:custDataLst>
              <p:tags r:id="rId3"/>
            </p:custDataLst>
          </p:nvPr>
        </p:nvSpPr>
        <p:spPr>
          <a:xfrm>
            <a:off x="8633689" y="623453"/>
            <a:ext cx="3558311" cy="5350598"/>
          </a:xfrm>
          <a:custGeom>
            <a:avLst/>
            <a:gdLst>
              <a:gd name="connsiteX0" fmla="*/ 2675299 w 3558311"/>
              <a:gd name="connsiteY0" fmla="*/ 0 h 5350598"/>
              <a:gd name="connsiteX1" fmla="*/ 3470851 w 3558311"/>
              <a:gd name="connsiteY1" fmla="*/ 120276 h 5350598"/>
              <a:gd name="connsiteX2" fmla="*/ 3558311 w 3558311"/>
              <a:gd name="connsiteY2" fmla="*/ 152287 h 5350598"/>
              <a:gd name="connsiteX3" fmla="*/ 3558311 w 3558311"/>
              <a:gd name="connsiteY3" fmla="*/ 5198311 h 5350598"/>
              <a:gd name="connsiteX4" fmla="*/ 3470851 w 3558311"/>
              <a:gd name="connsiteY4" fmla="*/ 5230322 h 5350598"/>
              <a:gd name="connsiteX5" fmla="*/ 2675299 w 3558311"/>
              <a:gd name="connsiteY5" fmla="*/ 5350598 h 5350598"/>
              <a:gd name="connsiteX6" fmla="*/ 0 w 3558311"/>
              <a:gd name="connsiteY6" fmla="*/ 2675299 h 5350598"/>
              <a:gd name="connsiteX7" fmla="*/ 2675299 w 3558311"/>
              <a:gd name="connsiteY7" fmla="*/ 0 h 535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58311" h="5350598">
                <a:moveTo>
                  <a:pt x="2675299" y="0"/>
                </a:moveTo>
                <a:cubicBezTo>
                  <a:pt x="2952335" y="0"/>
                  <a:pt x="3219536" y="42109"/>
                  <a:pt x="3470851" y="120276"/>
                </a:cubicBezTo>
                <a:lnTo>
                  <a:pt x="3558311" y="152287"/>
                </a:lnTo>
                <a:lnTo>
                  <a:pt x="3558311" y="5198311"/>
                </a:lnTo>
                <a:lnTo>
                  <a:pt x="3470851" y="5230322"/>
                </a:lnTo>
                <a:cubicBezTo>
                  <a:pt x="3219536" y="5308489"/>
                  <a:pt x="2952335" y="5350598"/>
                  <a:pt x="2675299" y="5350598"/>
                </a:cubicBezTo>
                <a:cubicBezTo>
                  <a:pt x="1197772" y="5350598"/>
                  <a:pt x="0" y="4152826"/>
                  <a:pt x="0" y="2675299"/>
                </a:cubicBezTo>
                <a:cubicBezTo>
                  <a:pt x="0" y="1197772"/>
                  <a:pt x="1197772" y="0"/>
                  <a:pt x="2675299" y="0"/>
                </a:cubicBezTo>
                <a:close/>
              </a:path>
            </a:pathLst>
          </a:custGeom>
          <a:gradFill flip="none" rotWithShape="1">
            <a:gsLst>
              <a:gs pos="0">
                <a:srgbClr val="FFFFFF">
                  <a:alpha val="60000"/>
                </a:srgbClr>
              </a:gs>
              <a:gs pos="90000">
                <a:srgbClr val="FFFFFF">
                  <a:alpha val="0"/>
                </a:srgbClr>
              </a:gs>
            </a:gsLst>
            <a:lin ang="2700000" scaled="1"/>
            <a:tileRect/>
          </a:gra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800"/>
          </a:p>
        </p:txBody>
      </p:sp>
      <p:sp>
        <p:nvSpPr>
          <p:cNvPr id="15" name="椭圆 14"/>
          <p:cNvSpPr/>
          <p:nvPr userDrawn="1">
            <p:custDataLst>
              <p:tags r:id="rId4"/>
            </p:custDataLst>
          </p:nvPr>
        </p:nvSpPr>
        <p:spPr>
          <a:xfrm>
            <a:off x="7977477" y="3976255"/>
            <a:ext cx="2427286" cy="2427286"/>
          </a:xfrm>
          <a:prstGeom prst="ellipse">
            <a:avLst/>
          </a:prstGeom>
          <a:gradFill flip="none" rotWithShape="1">
            <a:gsLst>
              <a:gs pos="0">
                <a:srgbClr val="FFFFFF">
                  <a:alpha val="60000"/>
                </a:srgbClr>
              </a:gs>
              <a:gs pos="90000">
                <a:srgbClr val="FFFFFF">
                  <a:alpha val="0"/>
                </a:srgbClr>
              </a:gs>
            </a:gsLst>
            <a:lin ang="2700000" scaled="1"/>
            <a:tileRect/>
          </a:gra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sz="1800">
              <a:sym typeface="+mn-ea"/>
            </a:endParaRPr>
          </a:p>
        </p:txBody>
      </p:sp>
      <p:sp>
        <p:nvSpPr>
          <p:cNvPr id="16" name="任意多边形: 形状 15"/>
          <p:cNvSpPr/>
          <p:nvPr userDrawn="1">
            <p:custDataLst>
              <p:tags r:id="rId5"/>
            </p:custDataLst>
          </p:nvPr>
        </p:nvSpPr>
        <p:spPr>
          <a:xfrm>
            <a:off x="0" y="0"/>
            <a:ext cx="1883538" cy="1650159"/>
          </a:xfrm>
          <a:custGeom>
            <a:avLst/>
            <a:gdLst>
              <a:gd name="connsiteX0" fmla="*/ 0 w 1883538"/>
              <a:gd name="connsiteY0" fmla="*/ 0 h 1650159"/>
              <a:gd name="connsiteX1" fmla="*/ 1883538 w 1883538"/>
              <a:gd name="connsiteY1" fmla="*/ 0 h 1650159"/>
              <a:gd name="connsiteX2" fmla="*/ 233379 w 1883538"/>
              <a:gd name="connsiteY2" fmla="*/ 1650159 h 1650159"/>
              <a:gd name="connsiteX3" fmla="*/ 64660 w 1883538"/>
              <a:gd name="connsiteY3" fmla="*/ 1641640 h 1650159"/>
              <a:gd name="connsiteX4" fmla="*/ 0 w 1883538"/>
              <a:gd name="connsiteY4" fmla="*/ 1631771 h 16501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3538" h="1650159">
                <a:moveTo>
                  <a:pt x="0" y="0"/>
                </a:moveTo>
                <a:lnTo>
                  <a:pt x="1883538" y="0"/>
                </a:lnTo>
                <a:cubicBezTo>
                  <a:pt x="1883538" y="911358"/>
                  <a:pt x="1144737" y="1650159"/>
                  <a:pt x="233379" y="1650159"/>
                </a:cubicBezTo>
                <a:cubicBezTo>
                  <a:pt x="176419" y="1650159"/>
                  <a:pt x="120134" y="1647273"/>
                  <a:pt x="64660" y="1641640"/>
                </a:cubicBezTo>
                <a:lnTo>
                  <a:pt x="0" y="1631771"/>
                </a:lnTo>
                <a:close/>
              </a:path>
            </a:pathLst>
          </a:custGeom>
          <a:gradFill flip="none" rotWithShape="1">
            <a:gsLst>
              <a:gs pos="0">
                <a:srgbClr val="FFFFFF">
                  <a:alpha val="39000"/>
                </a:srgbClr>
              </a:gs>
              <a:gs pos="81000">
                <a:srgbClr val="FFFFFF">
                  <a:alpha val="0"/>
                </a:srgbClr>
              </a:gs>
            </a:gsLst>
            <a:lin ang="2700000" scaled="1"/>
            <a:tileRect/>
          </a:gra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800" dirty="0"/>
          </a:p>
        </p:txBody>
      </p:sp>
      <p:cxnSp>
        <p:nvCxnSpPr>
          <p:cNvPr id="17" name="直接连接符 16"/>
          <p:cNvCxnSpPr/>
          <p:nvPr userDrawn="1">
            <p:custDataLst>
              <p:tags r:id="rId6"/>
            </p:custDataLst>
          </p:nvPr>
        </p:nvCxnSpPr>
        <p:spPr>
          <a:xfrm>
            <a:off x="11470255" y="1921"/>
            <a:ext cx="0" cy="6856095"/>
          </a:xfrm>
          <a:prstGeom prst="line">
            <a:avLst/>
          </a:prstGeom>
          <a:ln>
            <a:solidFill>
              <a:srgbClr val="FFFFFF">
                <a:alpha val="50000"/>
              </a:srgbClr>
            </a:solidFill>
          </a:ln>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ctrTitle"/>
            <p:custDataLst>
              <p:tags r:id="rId7"/>
            </p:custDataLst>
          </p:nvPr>
        </p:nvSpPr>
        <p:spPr>
          <a:xfrm>
            <a:off x="965835" y="1363345"/>
            <a:ext cx="6218555" cy="2719070"/>
          </a:xfrm>
        </p:spPr>
        <p:txBody>
          <a:bodyPr wrap="square" anchor="b">
            <a:normAutofit/>
          </a:bodyPr>
          <a:lstStyle>
            <a:lvl1pPr algn="l">
              <a:lnSpc>
                <a:spcPct val="100000"/>
              </a:lnSpc>
              <a:defRPr sz="6000">
                <a:solidFill>
                  <a:srgbClr val="FFFFFF"/>
                </a:solidFill>
              </a:defRPr>
            </a:lvl1pPr>
          </a:lstStyle>
          <a:p>
            <a:r>
              <a:rPr lang="zh-CN" altLang="en-US" dirty="0"/>
              <a:t>单击此处编辑母版标题样式</a:t>
            </a:r>
            <a:endParaRPr lang="zh-CN" altLang="en-US" dirty="0"/>
          </a:p>
        </p:txBody>
      </p:sp>
      <p:sp>
        <p:nvSpPr>
          <p:cNvPr id="4" name="日期占位符 3"/>
          <p:cNvSpPr>
            <a:spLocks noGrp="1"/>
          </p:cNvSpPr>
          <p:nvPr>
            <p:ph type="dt" sz="half" idx="10"/>
            <p:custDataLst>
              <p:tags r:id="rId8"/>
            </p:custDataLst>
          </p:nvPr>
        </p:nvSpPr>
        <p:spPr/>
        <p:txBody>
          <a:bodyPr wrap="square">
            <a:normAutofit/>
          </a:bodyPr>
          <a:lstStyle>
            <a:lvl1pPr>
              <a:defRPr>
                <a:solidFill>
                  <a:srgbClr val="FFFFFF"/>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9"/>
            </p:custDataLst>
          </p:nvPr>
        </p:nvSpPr>
        <p:spPr/>
        <p:txBody>
          <a:bodyPr>
            <a:normAutofit/>
          </a:bodyPr>
          <a:lstStyle>
            <a:lvl1pPr>
              <a:defRPr>
                <a:solidFill>
                  <a:srgbClr val="FFFFFF"/>
                </a:solidFill>
              </a:defRPr>
            </a:lvl1pPr>
          </a:lstStyle>
          <a:p>
            <a:endParaRPr lang="zh-CN" altLang="en-US" dirty="0"/>
          </a:p>
        </p:txBody>
      </p:sp>
      <p:sp>
        <p:nvSpPr>
          <p:cNvPr id="6" name="灯片编号占位符 5"/>
          <p:cNvSpPr>
            <a:spLocks noGrp="1"/>
          </p:cNvSpPr>
          <p:nvPr>
            <p:ph type="sldNum" sz="quarter" idx="12"/>
            <p:custDataLst>
              <p:tags r:id="rId10"/>
            </p:custDataLst>
          </p:nvPr>
        </p:nvSpPr>
        <p:spPr>
          <a:xfrm>
            <a:off x="8610600" y="6356350"/>
            <a:ext cx="2743200" cy="365125"/>
          </a:xfrm>
        </p:spPr>
        <p:txBody>
          <a:bodyPr wrap="square">
            <a:normAutofit/>
          </a:bodyPr>
          <a:lstStyle>
            <a:lvl1pPr>
              <a:defRPr>
                <a:solidFill>
                  <a:srgbClr val="FFFFFF"/>
                </a:solidFill>
              </a:defRPr>
            </a:lvl1p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11"/>
            </p:custDataLst>
          </p:nvPr>
        </p:nvSpPr>
        <p:spPr>
          <a:xfrm>
            <a:off x="1273180" y="448133"/>
            <a:ext cx="2880000" cy="504000"/>
          </a:xfrm>
        </p:spPr>
        <p:txBody>
          <a:bodyPr wrap="square" anchor="ctr">
            <a:normAutofit/>
          </a:bodyPr>
          <a:lstStyle>
            <a:lvl1pPr marL="0" indent="0">
              <a:lnSpc>
                <a:spcPct val="100000"/>
              </a:lnSpc>
              <a:buNone/>
              <a:defRPr sz="1400">
                <a:solidFill>
                  <a:srgbClr val="FFFFFF"/>
                </a:solidFill>
              </a:defRPr>
            </a:lvl1pPr>
          </a:lstStyle>
          <a:p>
            <a:pPr lvl="0"/>
            <a:r>
              <a:rPr lang="zh-CN" altLang="en-US" dirty="0"/>
              <a:t>公司名</a:t>
            </a:r>
            <a:endParaRPr lang="zh-CN" altLang="en-US" dirty="0"/>
          </a:p>
        </p:txBody>
      </p:sp>
      <p:sp>
        <p:nvSpPr>
          <p:cNvPr id="14" name="日期时间占位符 7"/>
          <p:cNvSpPr>
            <a:spLocks noGrp="1"/>
          </p:cNvSpPr>
          <p:nvPr>
            <p:ph type="body" sz="quarter" idx="14" hasCustomPrompt="1"/>
            <p:custDataLst>
              <p:tags r:id="rId12"/>
            </p:custDataLst>
          </p:nvPr>
        </p:nvSpPr>
        <p:spPr>
          <a:xfrm>
            <a:off x="8823892" y="5661201"/>
            <a:ext cx="2427287" cy="504000"/>
          </a:xfrm>
        </p:spPr>
        <p:txBody>
          <a:bodyPr wrap="square" anchor="ctr">
            <a:normAutofit/>
          </a:bodyPr>
          <a:lstStyle>
            <a:lvl1pPr marL="0" indent="0" algn="r">
              <a:lnSpc>
                <a:spcPct val="100000"/>
              </a:lnSpc>
              <a:buNone/>
              <a:defRPr sz="1400">
                <a:solidFill>
                  <a:srgbClr val="FFFFFF"/>
                </a:solidFill>
              </a:defRPr>
            </a:lvl1pPr>
          </a:lstStyle>
          <a:p>
            <a:pPr lvl="0"/>
            <a:r>
              <a:rPr lang="zh-CN" altLang="en-US" dirty="0"/>
              <a:t>日期时间</a:t>
            </a:r>
            <a:endParaRPr lang="zh-CN" altLang="en-US" dirty="0"/>
          </a:p>
        </p:txBody>
      </p:sp>
      <p:sp>
        <p:nvSpPr>
          <p:cNvPr id="24" name="署名占位符 10"/>
          <p:cNvSpPr>
            <a:spLocks noGrp="1"/>
          </p:cNvSpPr>
          <p:nvPr>
            <p:ph type="body" sz="quarter" idx="17" hasCustomPrompt="1"/>
            <p:custDataLst>
              <p:tags r:id="rId13"/>
            </p:custDataLst>
          </p:nvPr>
        </p:nvSpPr>
        <p:spPr>
          <a:xfrm>
            <a:off x="995477" y="4341084"/>
            <a:ext cx="2232000" cy="504000"/>
          </a:xfrm>
          <a:prstGeom prst="roundRect">
            <a:avLst>
              <a:gd name="adj" fmla="val 50000"/>
            </a:avLst>
          </a:prstGeom>
          <a:ln>
            <a:solidFill>
              <a:srgbClr val="FFFFFF"/>
            </a:solidFill>
          </a:ln>
        </p:spPr>
        <p:txBody>
          <a:bodyPr wrap="square" anchor="ctr">
            <a:normAutofit/>
          </a:bodyPr>
          <a:lstStyle>
            <a:lvl1pPr marL="0" indent="0" algn="ctr">
              <a:lnSpc>
                <a:spcPct val="100000"/>
              </a:lnSpc>
              <a:buNone/>
              <a:defRPr sz="1800">
                <a:solidFill>
                  <a:srgbClr val="FFFFFF"/>
                </a:solidFill>
                <a:latin typeface="+mn-ea"/>
                <a:ea typeface="+mn-ea"/>
              </a:defRPr>
            </a:lvl1pPr>
          </a:lstStyle>
          <a:p>
            <a:pPr lvl="0"/>
            <a:r>
              <a:rPr lang="zh-CN" altLang="en-US" dirty="0"/>
              <a:t>署名</a:t>
            </a:r>
            <a:endParaRPr lang="zh-CN" altLang="en-US" dirty="0"/>
          </a:p>
        </p:txBody>
      </p:sp>
      <p:cxnSp>
        <p:nvCxnSpPr>
          <p:cNvPr id="23" name="直接连接符 22"/>
          <p:cNvCxnSpPr/>
          <p:nvPr>
            <p:custDataLst>
              <p:tags r:id="rId14"/>
            </p:custDataLst>
          </p:nvPr>
        </p:nvCxnSpPr>
        <p:spPr>
          <a:xfrm>
            <a:off x="1142240" y="628976"/>
            <a:ext cx="0" cy="161365"/>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pic>
        <p:nvPicPr>
          <p:cNvPr id="18" name="图片 17" descr="图片1"/>
          <p:cNvPicPr>
            <a:picLocks noChangeAspect="1"/>
          </p:cNvPicPr>
          <p:nvPr userDrawn="1">
            <p:custDataLst>
              <p:tags r:id="rId15"/>
            </p:custDataLst>
          </p:nvPr>
        </p:nvPicPr>
        <p:blipFill>
          <a:blip r:embed="rId16"/>
          <a:srcRect l="1265" b="18498"/>
          <a:stretch>
            <a:fillRect/>
          </a:stretch>
        </p:blipFill>
        <p:spPr>
          <a:xfrm>
            <a:off x="0" y="4418330"/>
            <a:ext cx="4460240" cy="243967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dirty="0"/>
              <a:t>单击此处编辑母版标题样式</a:t>
            </a:r>
            <a:endParaRPr lang="zh-CN" altLang="en-US" dirty="0"/>
          </a:p>
        </p:txBody>
      </p:sp>
      <p:sp>
        <p:nvSpPr>
          <p:cNvPr id="3" name="内容占位符 2"/>
          <p:cNvSpPr>
            <a:spLocks noGrp="1"/>
          </p:cNvSpPr>
          <p:nvPr>
            <p:ph idx="1"/>
            <p:custDataLst>
              <p:tags r:id="rId3"/>
            </p:custDataLst>
          </p:nvPr>
        </p:nvSpPr>
        <p:spPr/>
        <p:txBody>
          <a:bodyPr wrap="square">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目录">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839788" y="565200"/>
            <a:ext cx="1609599" cy="1081088"/>
          </a:xfrm>
        </p:spPr>
        <p:txBody>
          <a:bodyPr wrap="square" anchor="b">
            <a:normAutofit/>
          </a:bodyPr>
          <a:lstStyle>
            <a:lvl1pPr>
              <a:defRPr sz="6000">
                <a:solidFill>
                  <a:schemeClr val="accent2"/>
                </a:solidFill>
              </a:defRPr>
            </a:lvl1pPr>
          </a:lstStyle>
          <a:p>
            <a:r>
              <a:rPr lang="zh-CN" altLang="en-US" dirty="0"/>
              <a:t>标题</a:t>
            </a:r>
            <a:endParaRPr lang="zh-CN" altLang="en-US" dirty="0"/>
          </a:p>
        </p:txBody>
      </p:sp>
      <p:sp>
        <p:nvSpPr>
          <p:cNvPr id="7" name="日期占位符 3"/>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4"/>
          <p:cNvSpPr>
            <a:spLocks noGrp="1"/>
          </p:cNvSpPr>
          <p:nvPr>
            <p:ph type="ftr" sz="quarter" idx="11"/>
            <p:custDataLst>
              <p:tags r:id="rId4"/>
            </p:custDataLst>
          </p:nvPr>
        </p:nvSpPr>
        <p:spPr/>
        <p:txBody>
          <a:bodyPr/>
          <a:lstStyle/>
          <a:p>
            <a:endParaRPr lang="zh-CN" altLang="en-US"/>
          </a:p>
        </p:txBody>
      </p:sp>
      <p:sp>
        <p:nvSpPr>
          <p:cNvPr id="9" name="灯片编号占位符 5"/>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
        <p:nvSpPr>
          <p:cNvPr id="10" name="任意多边形: 形状 9"/>
          <p:cNvSpPr/>
          <p:nvPr userDrawn="1">
            <p:custDataLst>
              <p:tags r:id="rId6"/>
            </p:custDataLst>
          </p:nvPr>
        </p:nvSpPr>
        <p:spPr>
          <a:xfrm>
            <a:off x="7623000" y="0"/>
            <a:ext cx="4569001" cy="2235200"/>
          </a:xfrm>
          <a:custGeom>
            <a:avLst/>
            <a:gdLst>
              <a:gd name="connsiteX0" fmla="*/ 0 w 6726149"/>
              <a:gd name="connsiteY0" fmla="*/ 0 h 3290498"/>
              <a:gd name="connsiteX1" fmla="*/ 6726149 w 6726149"/>
              <a:gd name="connsiteY1" fmla="*/ 0 h 3290498"/>
              <a:gd name="connsiteX2" fmla="*/ 6726149 w 6726149"/>
              <a:gd name="connsiteY2" fmla="*/ 2976151 h 3290498"/>
              <a:gd name="connsiteX3" fmla="*/ 6504586 w 6726149"/>
              <a:gd name="connsiteY3" fmla="*/ 3051120 h 3290498"/>
              <a:gd name="connsiteX4" fmla="*/ 4921250 w 6726149"/>
              <a:gd name="connsiteY4" fmla="*/ 3290498 h 3290498"/>
              <a:gd name="connsiteX5" fmla="*/ 15199 w 6726149"/>
              <a:gd name="connsiteY5" fmla="*/ 38549 h 3290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26149" h="3290498">
                <a:moveTo>
                  <a:pt x="0" y="0"/>
                </a:moveTo>
                <a:lnTo>
                  <a:pt x="6726149" y="0"/>
                </a:lnTo>
                <a:lnTo>
                  <a:pt x="6726149" y="2976151"/>
                </a:lnTo>
                <a:lnTo>
                  <a:pt x="6504586" y="3051120"/>
                </a:lnTo>
                <a:cubicBezTo>
                  <a:pt x="6004411" y="3206691"/>
                  <a:pt x="5472617" y="3290498"/>
                  <a:pt x="4921250" y="3290498"/>
                </a:cubicBezTo>
                <a:cubicBezTo>
                  <a:pt x="2715781" y="3290498"/>
                  <a:pt x="823498" y="1949583"/>
                  <a:pt x="15199" y="38549"/>
                </a:cubicBezTo>
                <a:close/>
              </a:path>
            </a:pathLst>
          </a:custGeom>
          <a:solidFill>
            <a:schemeClr val="accent2"/>
          </a:soli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80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12" name="矩形 11"/>
          <p:cNvSpPr/>
          <p:nvPr userDrawn="1">
            <p:custDataLst>
              <p:tags r:id="rId2"/>
            </p:custDataLst>
          </p:nvPr>
        </p:nvSpPr>
        <p:spPr>
          <a:xfrm>
            <a:off x="0" y="0"/>
            <a:ext cx="12192000" cy="6858000"/>
          </a:xfrm>
          <a:prstGeom prst="rect">
            <a:avLst/>
          </a:prstGeom>
          <a:gradFill>
            <a:gsLst>
              <a:gs pos="0">
                <a:schemeClr val="accent1"/>
              </a:gs>
              <a:gs pos="100000">
                <a:schemeClr val="accent2"/>
              </a:gs>
            </a:gsLst>
            <a:lin ang="2700000" scaled="1"/>
          </a:gradFill>
          <a:ln>
            <a:noFill/>
            <a:prstDash val="solid"/>
          </a:ln>
          <a:effectLst>
            <a:outerShdw blurRad="203200" dist="101600" dir="8100000" algn="tr" rotWithShape="0">
              <a:srgbClr val="FF5DA9">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solidFill>
                <a:schemeClr val="bg1"/>
              </a:solidFill>
            </a:endParaRPr>
          </a:p>
        </p:txBody>
      </p:sp>
      <p:pic>
        <p:nvPicPr>
          <p:cNvPr id="14" name="图片 13"/>
          <p:cNvPicPr>
            <a:picLocks noChangeAspect="1"/>
          </p:cNvPicPr>
          <p:nvPr userDrawn="1">
            <p:custDataLst>
              <p:tags r:id="rId3"/>
            </p:custDataLst>
          </p:nvPr>
        </p:nvPicPr>
        <p:blipFill>
          <a:blip r:embed="rId4"/>
          <a:srcRect l="38052" b="9236"/>
          <a:stretch>
            <a:fillRect/>
          </a:stretch>
        </p:blipFill>
        <p:spPr>
          <a:xfrm>
            <a:off x="0" y="1844324"/>
            <a:ext cx="9266198" cy="5013676"/>
          </a:xfrm>
          <a:custGeom>
            <a:avLst/>
            <a:gdLst>
              <a:gd name="connsiteX0" fmla="*/ 0 w 8263308"/>
              <a:gd name="connsiteY0" fmla="*/ 0 h 4471041"/>
              <a:gd name="connsiteX1" fmla="*/ 8263308 w 8263308"/>
              <a:gd name="connsiteY1" fmla="*/ 0 h 4471041"/>
              <a:gd name="connsiteX2" fmla="*/ 8263308 w 8263308"/>
              <a:gd name="connsiteY2" fmla="*/ 4471041 h 4471041"/>
              <a:gd name="connsiteX3" fmla="*/ 0 w 8263308"/>
              <a:gd name="connsiteY3" fmla="*/ 4471041 h 4471041"/>
            </a:gdLst>
            <a:ahLst/>
            <a:cxnLst>
              <a:cxn ang="0">
                <a:pos x="connsiteX0" y="connsiteY0"/>
              </a:cxn>
              <a:cxn ang="0">
                <a:pos x="connsiteX1" y="connsiteY1"/>
              </a:cxn>
              <a:cxn ang="0">
                <a:pos x="connsiteX2" y="connsiteY2"/>
              </a:cxn>
              <a:cxn ang="0">
                <a:pos x="connsiteX3" y="connsiteY3"/>
              </a:cxn>
            </a:cxnLst>
            <a:rect l="l" t="t" r="r" b="b"/>
            <a:pathLst>
              <a:path w="8263308" h="4471041">
                <a:moveTo>
                  <a:pt x="0" y="0"/>
                </a:moveTo>
                <a:lnTo>
                  <a:pt x="8263308" y="0"/>
                </a:lnTo>
                <a:lnTo>
                  <a:pt x="8263308" y="4471041"/>
                </a:lnTo>
                <a:lnTo>
                  <a:pt x="0" y="4471041"/>
                </a:lnTo>
                <a:close/>
              </a:path>
            </a:pathLst>
          </a:custGeom>
        </p:spPr>
      </p:pic>
      <p:sp>
        <p:nvSpPr>
          <p:cNvPr id="15" name="任意多边形: 形状 14"/>
          <p:cNvSpPr/>
          <p:nvPr userDrawn="1">
            <p:custDataLst>
              <p:tags r:id="rId5"/>
            </p:custDataLst>
          </p:nvPr>
        </p:nvSpPr>
        <p:spPr>
          <a:xfrm>
            <a:off x="0" y="0"/>
            <a:ext cx="1883538" cy="1650159"/>
          </a:xfrm>
          <a:custGeom>
            <a:avLst/>
            <a:gdLst>
              <a:gd name="connsiteX0" fmla="*/ 0 w 1883538"/>
              <a:gd name="connsiteY0" fmla="*/ 0 h 1650159"/>
              <a:gd name="connsiteX1" fmla="*/ 1883538 w 1883538"/>
              <a:gd name="connsiteY1" fmla="*/ 0 h 1650159"/>
              <a:gd name="connsiteX2" fmla="*/ 233379 w 1883538"/>
              <a:gd name="connsiteY2" fmla="*/ 1650159 h 1650159"/>
              <a:gd name="connsiteX3" fmla="*/ 64660 w 1883538"/>
              <a:gd name="connsiteY3" fmla="*/ 1641640 h 1650159"/>
              <a:gd name="connsiteX4" fmla="*/ 0 w 1883538"/>
              <a:gd name="connsiteY4" fmla="*/ 1631771 h 16501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3538" h="1650159">
                <a:moveTo>
                  <a:pt x="0" y="0"/>
                </a:moveTo>
                <a:lnTo>
                  <a:pt x="1883538" y="0"/>
                </a:lnTo>
                <a:cubicBezTo>
                  <a:pt x="1883538" y="911358"/>
                  <a:pt x="1144737" y="1650159"/>
                  <a:pt x="233379" y="1650159"/>
                </a:cubicBezTo>
                <a:cubicBezTo>
                  <a:pt x="176419" y="1650159"/>
                  <a:pt x="120134" y="1647273"/>
                  <a:pt x="64660" y="1641640"/>
                </a:cubicBezTo>
                <a:lnTo>
                  <a:pt x="0" y="1631771"/>
                </a:lnTo>
                <a:close/>
              </a:path>
            </a:pathLst>
          </a:custGeom>
          <a:gradFill flip="none" rotWithShape="1">
            <a:gsLst>
              <a:gs pos="0">
                <a:srgbClr val="FFFFFF">
                  <a:alpha val="39000"/>
                </a:srgbClr>
              </a:gs>
              <a:gs pos="81000">
                <a:srgbClr val="FFFFFF">
                  <a:alpha val="0"/>
                </a:srgbClr>
              </a:gs>
            </a:gsLst>
            <a:lin ang="2700000" scaled="1"/>
            <a:tileRect/>
          </a:gra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800"/>
          </a:p>
        </p:txBody>
      </p:sp>
      <p:cxnSp>
        <p:nvCxnSpPr>
          <p:cNvPr id="16" name="直接连接符 15"/>
          <p:cNvCxnSpPr/>
          <p:nvPr userDrawn="1">
            <p:custDataLst>
              <p:tags r:id="rId6"/>
            </p:custDataLst>
          </p:nvPr>
        </p:nvCxnSpPr>
        <p:spPr>
          <a:xfrm>
            <a:off x="11470255" y="19701"/>
            <a:ext cx="0" cy="6838315"/>
          </a:xfrm>
          <a:prstGeom prst="line">
            <a:avLst/>
          </a:prstGeom>
          <a:ln>
            <a:solidFill>
              <a:srgbClr val="FFFFFF">
                <a:alpha val="50000"/>
              </a:srgbClr>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userDrawn="1">
            <p:custDataLst>
              <p:tags r:id="rId7"/>
            </p:custDataLst>
          </p:nvPr>
        </p:nvCxnSpPr>
        <p:spPr>
          <a:xfrm>
            <a:off x="1063721" y="3674747"/>
            <a:ext cx="752379"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18" name="椭圆 17"/>
          <p:cNvSpPr/>
          <p:nvPr userDrawn="1">
            <p:custDataLst>
              <p:tags r:id="rId8"/>
            </p:custDataLst>
          </p:nvPr>
        </p:nvSpPr>
        <p:spPr>
          <a:xfrm>
            <a:off x="6776966" y="1350564"/>
            <a:ext cx="4156873" cy="4156873"/>
          </a:xfrm>
          <a:prstGeom prst="ellipse">
            <a:avLst/>
          </a:prstGeom>
          <a:gradFill flip="none" rotWithShape="1">
            <a:gsLst>
              <a:gs pos="0">
                <a:srgbClr val="FFFFFF">
                  <a:alpha val="60000"/>
                </a:srgbClr>
              </a:gs>
              <a:gs pos="90000">
                <a:srgbClr val="FFFFFF">
                  <a:alpha val="0"/>
                </a:srgbClr>
              </a:gs>
            </a:gsLst>
            <a:lin ang="2700000" scaled="1"/>
            <a:tileRect/>
          </a:gra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sz="1800">
              <a:sym typeface="+mn-ea"/>
            </a:endParaRPr>
          </a:p>
        </p:txBody>
      </p:sp>
      <p:sp>
        <p:nvSpPr>
          <p:cNvPr id="2" name="标题 1"/>
          <p:cNvSpPr>
            <a:spLocks noGrp="1"/>
          </p:cNvSpPr>
          <p:nvPr>
            <p:ph type="title" hasCustomPrompt="1"/>
            <p:custDataLst>
              <p:tags r:id="rId9"/>
            </p:custDataLst>
          </p:nvPr>
        </p:nvSpPr>
        <p:spPr>
          <a:xfrm>
            <a:off x="1053089" y="2371205"/>
            <a:ext cx="6347172" cy="1152000"/>
          </a:xfrm>
        </p:spPr>
        <p:txBody>
          <a:bodyPr wrap="square" anchor="b">
            <a:normAutofit/>
          </a:bodyPr>
          <a:lstStyle>
            <a:lvl1pPr algn="l">
              <a:defRPr sz="5400">
                <a:solidFill>
                  <a:srgbClr val="FFFFFF"/>
                </a:solidFill>
              </a:defRPr>
            </a:lvl1pPr>
          </a:lstStyle>
          <a:p>
            <a:r>
              <a:rPr lang="zh-CN" altLang="en-US" dirty="0"/>
              <a:t>单击编辑母版标题</a:t>
            </a:r>
            <a:endParaRPr lang="zh-CN" altLang="en-US" dirty="0"/>
          </a:p>
        </p:txBody>
      </p:sp>
      <p:sp>
        <p:nvSpPr>
          <p:cNvPr id="3" name="文本占位符 2"/>
          <p:cNvSpPr>
            <a:spLocks noGrp="1"/>
          </p:cNvSpPr>
          <p:nvPr>
            <p:ph type="body" idx="1" hasCustomPrompt="1"/>
            <p:custDataLst>
              <p:tags r:id="rId10"/>
            </p:custDataLst>
          </p:nvPr>
        </p:nvSpPr>
        <p:spPr>
          <a:xfrm>
            <a:off x="1053089" y="3826290"/>
            <a:ext cx="4569600" cy="936000"/>
          </a:xfrm>
        </p:spPr>
        <p:txBody>
          <a:bodyPr wrap="square">
            <a:normAutofit/>
          </a:bodyPr>
          <a:lstStyle>
            <a:lvl1pPr marL="0" indent="0" algn="l">
              <a:buNone/>
              <a:defRPr sz="2400">
                <a:solidFill>
                  <a:srgbClr val="FFFFFF"/>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单击此处编辑副标题</a:t>
            </a:r>
            <a:endParaRPr lang="zh-CN" altLang="en-US" dirty="0"/>
          </a:p>
        </p:txBody>
      </p:sp>
      <p:sp>
        <p:nvSpPr>
          <p:cNvPr id="8" name="节编号 3"/>
          <p:cNvSpPr>
            <a:spLocks noGrp="1"/>
          </p:cNvSpPr>
          <p:nvPr>
            <p:ph type="body" sz="quarter" idx="13" hasCustomPrompt="1"/>
            <p:custDataLst>
              <p:tags r:id="rId11"/>
            </p:custDataLst>
          </p:nvPr>
        </p:nvSpPr>
        <p:spPr>
          <a:xfrm>
            <a:off x="7550611" y="2094294"/>
            <a:ext cx="2535210" cy="2371688"/>
          </a:xfrm>
        </p:spPr>
        <p:txBody>
          <a:bodyPr wrap="none" anchor="ctr">
            <a:normAutofit/>
          </a:bodyPr>
          <a:lstStyle>
            <a:lvl1pPr marL="0" indent="0" algn="ctr">
              <a:buNone/>
              <a:defRPr sz="16600" b="1">
                <a:solidFill>
                  <a:srgbClr val="FFFFFF"/>
                </a:soli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12"/>
            </p:custDataLst>
          </p:nvPr>
        </p:nvSpPr>
        <p:spPr/>
        <p:txBody>
          <a:bodyPr wrap="square">
            <a:normAutofit/>
          </a:bodyPr>
          <a:lstStyle>
            <a:lvl1pPr>
              <a:defRPr>
                <a:solidFill>
                  <a:srgbClr val="FFFFFF"/>
                </a:solidFill>
              </a:defRPr>
            </a:lvl1p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13"/>
            </p:custDataLst>
          </p:nvPr>
        </p:nvSpPr>
        <p:spPr/>
        <p:txBody>
          <a:bodyPr/>
          <a:lstStyle>
            <a:lvl1pPr>
              <a:defRPr>
                <a:solidFill>
                  <a:srgbClr val="FFFFFF"/>
                </a:solidFill>
              </a:defRPr>
            </a:lvl1pPr>
          </a:lstStyle>
          <a:p>
            <a:endParaRPr lang="zh-CN" altLang="en-US"/>
          </a:p>
        </p:txBody>
      </p:sp>
      <p:sp>
        <p:nvSpPr>
          <p:cNvPr id="6" name="灯片编号占位符 6"/>
          <p:cNvSpPr>
            <a:spLocks noGrp="1"/>
          </p:cNvSpPr>
          <p:nvPr>
            <p:ph type="sldNum" sz="quarter" idx="12"/>
            <p:custDataLst>
              <p:tags r:id="rId14"/>
            </p:custDataLst>
          </p:nvPr>
        </p:nvSpPr>
        <p:spPr/>
        <p:txBody>
          <a:bodyPr wrap="square">
            <a:normAutofit/>
          </a:bodyPr>
          <a:lstStyle>
            <a:lvl1pPr>
              <a:defRPr>
                <a:solidFill>
                  <a:srgbClr val="FFFFFF"/>
                </a:solidFill>
              </a:defRPr>
            </a:lvl1pPr>
          </a:lstStyle>
          <a:p>
            <a:fld id="{BE5F26B5-172A-4DC2-B0B7-181CFC56B87C}"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vert="horz" wrap="square" lIns="0" tIns="0" rIns="0" bIns="0" rtlCol="0" anchor="b">
            <a:normAutofit/>
          </a:bodyPr>
          <a:lstStyle>
            <a:lvl1pPr>
              <a:defRPr lang="zh-CN" altLang="en-US" dirty="0"/>
            </a:lvl1pPr>
          </a:lstStyle>
          <a:p>
            <a:pPr lvl="0"/>
            <a:r>
              <a:rPr lang="zh-CN" altLang="en-US" dirty="0"/>
              <a:t>单击此处编辑母版标题样式</a:t>
            </a:r>
            <a:endParaRPr lang="zh-CN" altLang="en-US" dirty="0"/>
          </a:p>
        </p:txBody>
      </p:sp>
      <p:sp>
        <p:nvSpPr>
          <p:cNvPr id="3" name="内容占位符 2"/>
          <p:cNvSpPr>
            <a:spLocks noGrp="1"/>
          </p:cNvSpPr>
          <p:nvPr>
            <p:ph sz="half" idx="1"/>
            <p:custDataLst>
              <p:tags r:id="rId3"/>
            </p:custDataLst>
          </p:nvPr>
        </p:nvSpPr>
        <p:spPr>
          <a:xfrm>
            <a:off x="695960" y="1301750"/>
            <a:ext cx="5323840" cy="4875850"/>
          </a:xfrm>
        </p:spPr>
        <p:txBody>
          <a:bodyPr wrap="square">
            <a:normAutofit/>
          </a:body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内容占位符 3"/>
          <p:cNvSpPr>
            <a:spLocks noGrp="1"/>
          </p:cNvSpPr>
          <p:nvPr>
            <p:ph sz="half" idx="2"/>
            <p:custDataLst>
              <p:tags r:id="rId4"/>
            </p:custDataLst>
          </p:nvPr>
        </p:nvSpPr>
        <p:spPr>
          <a:xfrm>
            <a:off x="6172200" y="1301750"/>
            <a:ext cx="5323840" cy="4875850"/>
          </a:xfrm>
        </p:spPr>
        <p:txBody>
          <a:bodyPr wrap="square">
            <a:normAutofit/>
          </a:body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5" name="日期占位符 4"/>
          <p:cNvSpPr>
            <a:spLocks noGrp="1"/>
          </p:cNvSpPr>
          <p:nvPr>
            <p:ph type="dt" sz="half" idx="10"/>
            <p:custDataLst>
              <p:tags r:id="rId5"/>
            </p:custDataLst>
          </p:nvPr>
        </p:nvSpPr>
        <p:spPr/>
        <p:txBody>
          <a:bodyPr wrap="square">
            <a:normAutofit/>
          </a:bodyPr>
          <a:lstStyle/>
          <a:p>
            <a:fld id="{5592522B-0F24-4480-B9DD-A9474A6880D6}"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hasCustomPrompt="1"/>
            <p:custDataLst>
              <p:tags r:id="rId2"/>
            </p:custDataLst>
          </p:nvPr>
        </p:nvSpPr>
        <p:spPr>
          <a:xfrm>
            <a:off x="695960" y="1301750"/>
            <a:ext cx="5323840" cy="411303"/>
          </a:xfrm>
        </p:spPr>
        <p:txBody>
          <a:bodyPr wrap="square" anchor="b">
            <a:normAutofit/>
          </a:bodyP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单击此处编辑母版标题样式</a:t>
            </a:r>
            <a:endParaRPr lang="zh-CN" altLang="en-US" dirty="0"/>
          </a:p>
        </p:txBody>
      </p:sp>
      <p:sp>
        <p:nvSpPr>
          <p:cNvPr id="4" name="内容占位符 3"/>
          <p:cNvSpPr>
            <a:spLocks noGrp="1"/>
          </p:cNvSpPr>
          <p:nvPr>
            <p:ph sz="half" idx="2"/>
            <p:custDataLst>
              <p:tags r:id="rId3"/>
            </p:custDataLst>
          </p:nvPr>
        </p:nvSpPr>
        <p:spPr>
          <a:xfrm>
            <a:off x="695960" y="1875099"/>
            <a:ext cx="5323840" cy="4300276"/>
          </a:xfrm>
        </p:spPr>
        <p:txBody>
          <a:bodyPr wrap="square">
            <a:normAutofit/>
          </a:bodyPr>
          <a:lstStyle>
            <a:lvl1pPr>
              <a:defRPr sz="2200"/>
            </a:lvl1p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5" name="文本占位符 4"/>
          <p:cNvSpPr>
            <a:spLocks noGrp="1"/>
          </p:cNvSpPr>
          <p:nvPr>
            <p:ph type="body" sz="quarter" idx="3" hasCustomPrompt="1"/>
            <p:custDataLst>
              <p:tags r:id="rId4"/>
            </p:custDataLst>
          </p:nvPr>
        </p:nvSpPr>
        <p:spPr>
          <a:xfrm>
            <a:off x="6172200" y="1301750"/>
            <a:ext cx="5323840" cy="411303"/>
          </a:xfrm>
        </p:spPr>
        <p:txBody>
          <a:bodyPr wrap="square" anchor="b">
            <a:normAutofit/>
          </a:bodyP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单击此处编辑母版标题样式</a:t>
            </a:r>
            <a:endParaRPr lang="zh-CN" altLang="en-US" dirty="0"/>
          </a:p>
        </p:txBody>
      </p:sp>
      <p:sp>
        <p:nvSpPr>
          <p:cNvPr id="6" name="内容占位符 5"/>
          <p:cNvSpPr>
            <a:spLocks noGrp="1"/>
          </p:cNvSpPr>
          <p:nvPr>
            <p:ph sz="quarter" idx="4"/>
            <p:custDataLst>
              <p:tags r:id="rId5"/>
            </p:custDataLst>
          </p:nvPr>
        </p:nvSpPr>
        <p:spPr>
          <a:xfrm>
            <a:off x="6172200" y="1875099"/>
            <a:ext cx="5323840" cy="4300276"/>
          </a:xfrm>
        </p:spPr>
        <p:txBody>
          <a:bodyPr wrap="square">
            <a:normAutofit/>
          </a:bodyPr>
          <a:lstStyle>
            <a:lvl1pPr>
              <a:defRPr sz="2200"/>
            </a:lvl1p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7" name="日期占位符 6"/>
          <p:cNvSpPr>
            <a:spLocks noGrp="1"/>
          </p:cNvSpPr>
          <p:nvPr>
            <p:ph type="dt" sz="half" idx="10"/>
            <p:custDataLst>
              <p:tags r:id="rId6"/>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7"/>
          <p:cNvSpPr>
            <a:spLocks noGrp="1"/>
          </p:cNvSpPr>
          <p:nvPr>
            <p:ph type="ftr" sz="quarter" idx="11"/>
            <p:custDataLst>
              <p:tags r:id="rId7"/>
            </p:custDataLst>
          </p:nvPr>
        </p:nvSpPr>
        <p:spPr/>
        <p:txBody>
          <a:bodyPr/>
          <a:lstStyle/>
          <a:p>
            <a:endParaRPr lang="zh-CN" altLang="en-US"/>
          </a:p>
        </p:txBody>
      </p:sp>
      <p:sp>
        <p:nvSpPr>
          <p:cNvPr id="9" name="灯片编号占位符 8"/>
          <p:cNvSpPr>
            <a:spLocks noGrp="1"/>
          </p:cNvSpPr>
          <p:nvPr>
            <p:ph type="sldNum" sz="quarter" idx="12"/>
            <p:custDataLst>
              <p:tags r:id="rId8"/>
            </p:custDataLst>
          </p:nvPr>
        </p:nvSpPr>
        <p:spPr/>
        <p:txBody>
          <a:bodyPr wrap="square">
            <a:normAutofit/>
          </a:bodyPr>
          <a:lstStyle/>
          <a:p>
            <a:fld id="{BE5F26B5-172A-4DC2-B0B7-181CFC56B87C}" type="slidenum">
              <a:rPr lang="zh-CN" altLang="en-US" smtClean="0"/>
            </a:fld>
            <a:endParaRPr lang="zh-CN" altLang="en-US"/>
          </a:p>
        </p:txBody>
      </p:sp>
      <p:sp>
        <p:nvSpPr>
          <p:cNvPr id="10" name="标题 9"/>
          <p:cNvSpPr>
            <a:spLocks noGrp="1"/>
          </p:cNvSpPr>
          <p:nvPr>
            <p:ph type="title"/>
            <p:custDataLst>
              <p:tags r:id="rId9"/>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dirty="0"/>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1"/>
          <p:cNvSpPr>
            <a:spLocks noGrp="1"/>
          </p:cNvSpPr>
          <p:nvPr>
            <p:ph idx="1"/>
            <p:custDataLst>
              <p:tags r:id="rId2"/>
            </p:custDataLst>
          </p:nvPr>
        </p:nvSpPr>
        <p:spPr>
          <a:xfrm>
            <a:off x="695960" y="360045"/>
            <a:ext cx="10801985" cy="5817870"/>
          </a:xfrm>
        </p:spPr>
        <p:txBody>
          <a:bodyPr wrap="square">
            <a:normAutofit/>
          </a:body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3"/>
          <p:cNvSpPr>
            <a:spLocks noGrp="1"/>
          </p:cNvSpPr>
          <p:nvPr>
            <p:ph type="ftr" sz="quarter" idx="11"/>
            <p:custDataLst>
              <p:tags r:id="rId4"/>
            </p:custDataLst>
          </p:nvPr>
        </p:nvSpPr>
        <p:spPr/>
        <p:txBody>
          <a:bodyPr/>
          <a:lstStyle/>
          <a:p>
            <a:endParaRPr lang="zh-CN" altLang="en-US"/>
          </a:p>
        </p:txBody>
      </p:sp>
      <p:sp>
        <p:nvSpPr>
          <p:cNvPr id="6"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3" name="文本占位符 2"/>
          <p:cNvSpPr>
            <a:spLocks noGrp="1"/>
          </p:cNvSpPr>
          <p:nvPr>
            <p:ph type="body" idx="1" hasCustomPrompt="1"/>
            <p:custDataLst>
              <p:tags r:id="rId2"/>
            </p:custDataLst>
          </p:nvPr>
        </p:nvSpPr>
        <p:spPr>
          <a:xfrm>
            <a:off x="695960" y="1301750"/>
            <a:ext cx="10799088" cy="405553"/>
          </a:xfrm>
        </p:spPr>
        <p:txBody>
          <a:bodyPr wrap="square" anchor="t">
            <a:norm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zh-CN" altLang="en-US" dirty="0"/>
              <a:t>单击此处编辑副标题</a:t>
            </a:r>
            <a:endParaRPr lang="zh-CN" altLang="en-US" dirty="0"/>
          </a:p>
        </p:txBody>
      </p:sp>
      <p:sp>
        <p:nvSpPr>
          <p:cNvPr id="7" name="日期占位符 3"/>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4"/>
          <p:cNvSpPr>
            <a:spLocks noGrp="1"/>
          </p:cNvSpPr>
          <p:nvPr>
            <p:ph type="ftr" sz="quarter" idx="11"/>
            <p:custDataLst>
              <p:tags r:id="rId4"/>
            </p:custDataLst>
          </p:nvPr>
        </p:nvSpPr>
        <p:spPr/>
        <p:txBody>
          <a:bodyPr/>
          <a:lstStyle/>
          <a:p>
            <a:endParaRPr lang="zh-CN" altLang="en-US"/>
          </a:p>
        </p:txBody>
      </p:sp>
      <p:sp>
        <p:nvSpPr>
          <p:cNvPr id="9" name="灯片编号占位符 5"/>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
        <p:nvSpPr>
          <p:cNvPr id="4" name="标题 3"/>
          <p:cNvSpPr>
            <a:spLocks noGrp="1"/>
          </p:cNvSpPr>
          <p:nvPr>
            <p:ph type="title"/>
            <p:custDataLst>
              <p:tags r:id="rId6"/>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12" name="矩形 11"/>
          <p:cNvSpPr/>
          <p:nvPr userDrawn="1">
            <p:custDataLst>
              <p:tags r:id="rId2"/>
            </p:custDataLst>
          </p:nvPr>
        </p:nvSpPr>
        <p:spPr>
          <a:xfrm>
            <a:off x="0" y="0"/>
            <a:ext cx="12192000" cy="6858000"/>
          </a:xfrm>
          <a:prstGeom prst="rect">
            <a:avLst/>
          </a:prstGeom>
          <a:gradFill>
            <a:gsLst>
              <a:gs pos="0">
                <a:schemeClr val="accent1"/>
              </a:gs>
              <a:gs pos="100000">
                <a:schemeClr val="accent2"/>
              </a:gs>
            </a:gsLst>
            <a:lin ang="2700000" scaled="1"/>
          </a:gradFill>
          <a:ln>
            <a:noFill/>
            <a:prstDash val="solid"/>
          </a:ln>
          <a:effectLst>
            <a:outerShdw blurRad="203200" dist="101600" dir="8100000" algn="tr" rotWithShape="0">
              <a:srgbClr val="FF5DA9">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zh-CN" altLang="en-US" sz="1800"/>
          </a:p>
        </p:txBody>
      </p:sp>
      <p:sp>
        <p:nvSpPr>
          <p:cNvPr id="13" name="任意多边形: 形状 12"/>
          <p:cNvSpPr/>
          <p:nvPr userDrawn="1">
            <p:custDataLst>
              <p:tags r:id="rId3"/>
            </p:custDataLst>
          </p:nvPr>
        </p:nvSpPr>
        <p:spPr>
          <a:xfrm>
            <a:off x="8633689" y="623453"/>
            <a:ext cx="3558311" cy="5350598"/>
          </a:xfrm>
          <a:custGeom>
            <a:avLst/>
            <a:gdLst>
              <a:gd name="connsiteX0" fmla="*/ 2675299 w 3558311"/>
              <a:gd name="connsiteY0" fmla="*/ 0 h 5350598"/>
              <a:gd name="connsiteX1" fmla="*/ 3470851 w 3558311"/>
              <a:gd name="connsiteY1" fmla="*/ 120276 h 5350598"/>
              <a:gd name="connsiteX2" fmla="*/ 3558311 w 3558311"/>
              <a:gd name="connsiteY2" fmla="*/ 152287 h 5350598"/>
              <a:gd name="connsiteX3" fmla="*/ 3558311 w 3558311"/>
              <a:gd name="connsiteY3" fmla="*/ 5198311 h 5350598"/>
              <a:gd name="connsiteX4" fmla="*/ 3470851 w 3558311"/>
              <a:gd name="connsiteY4" fmla="*/ 5230322 h 5350598"/>
              <a:gd name="connsiteX5" fmla="*/ 2675299 w 3558311"/>
              <a:gd name="connsiteY5" fmla="*/ 5350598 h 5350598"/>
              <a:gd name="connsiteX6" fmla="*/ 0 w 3558311"/>
              <a:gd name="connsiteY6" fmla="*/ 2675299 h 5350598"/>
              <a:gd name="connsiteX7" fmla="*/ 2675299 w 3558311"/>
              <a:gd name="connsiteY7" fmla="*/ 0 h 535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58311" h="5350598">
                <a:moveTo>
                  <a:pt x="2675299" y="0"/>
                </a:moveTo>
                <a:cubicBezTo>
                  <a:pt x="2952335" y="0"/>
                  <a:pt x="3219536" y="42109"/>
                  <a:pt x="3470851" y="120276"/>
                </a:cubicBezTo>
                <a:lnTo>
                  <a:pt x="3558311" y="152287"/>
                </a:lnTo>
                <a:lnTo>
                  <a:pt x="3558311" y="5198311"/>
                </a:lnTo>
                <a:lnTo>
                  <a:pt x="3470851" y="5230322"/>
                </a:lnTo>
                <a:cubicBezTo>
                  <a:pt x="3219536" y="5308489"/>
                  <a:pt x="2952335" y="5350598"/>
                  <a:pt x="2675299" y="5350598"/>
                </a:cubicBezTo>
                <a:cubicBezTo>
                  <a:pt x="1197772" y="5350598"/>
                  <a:pt x="0" y="4152826"/>
                  <a:pt x="0" y="2675299"/>
                </a:cubicBezTo>
                <a:cubicBezTo>
                  <a:pt x="0" y="1197772"/>
                  <a:pt x="1197772" y="0"/>
                  <a:pt x="2675299" y="0"/>
                </a:cubicBezTo>
                <a:close/>
              </a:path>
            </a:pathLst>
          </a:custGeom>
          <a:gradFill flip="none" rotWithShape="1">
            <a:gsLst>
              <a:gs pos="0">
                <a:srgbClr val="FFFFFF">
                  <a:alpha val="60000"/>
                </a:srgbClr>
              </a:gs>
              <a:gs pos="90000">
                <a:srgbClr val="FFFFFF">
                  <a:alpha val="0"/>
                </a:srgbClr>
              </a:gs>
            </a:gsLst>
            <a:lin ang="2700000" scaled="1"/>
            <a:tileRect/>
          </a:gra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sz="1800">
              <a:sym typeface="+mn-ea"/>
            </a:endParaRPr>
          </a:p>
        </p:txBody>
      </p:sp>
      <p:sp>
        <p:nvSpPr>
          <p:cNvPr id="15" name="椭圆 14"/>
          <p:cNvSpPr/>
          <p:nvPr userDrawn="1">
            <p:custDataLst>
              <p:tags r:id="rId4"/>
            </p:custDataLst>
          </p:nvPr>
        </p:nvSpPr>
        <p:spPr>
          <a:xfrm>
            <a:off x="7977477" y="3976255"/>
            <a:ext cx="2427286" cy="2427286"/>
          </a:xfrm>
          <a:prstGeom prst="ellipse">
            <a:avLst/>
          </a:prstGeom>
          <a:gradFill flip="none" rotWithShape="1">
            <a:gsLst>
              <a:gs pos="0">
                <a:srgbClr val="FFFFFF">
                  <a:alpha val="60000"/>
                </a:srgbClr>
              </a:gs>
              <a:gs pos="90000">
                <a:srgbClr val="FFFFFF">
                  <a:alpha val="0"/>
                </a:srgbClr>
              </a:gs>
            </a:gsLst>
            <a:lin ang="2700000" scaled="1"/>
            <a:tileRect/>
          </a:gra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sz="1800">
              <a:sym typeface="+mn-ea"/>
            </a:endParaRPr>
          </a:p>
        </p:txBody>
      </p:sp>
      <p:sp>
        <p:nvSpPr>
          <p:cNvPr id="16" name="任意多边形: 形状 15"/>
          <p:cNvSpPr/>
          <p:nvPr userDrawn="1">
            <p:custDataLst>
              <p:tags r:id="rId5"/>
            </p:custDataLst>
          </p:nvPr>
        </p:nvSpPr>
        <p:spPr>
          <a:xfrm>
            <a:off x="0" y="0"/>
            <a:ext cx="1883538" cy="1650159"/>
          </a:xfrm>
          <a:custGeom>
            <a:avLst/>
            <a:gdLst>
              <a:gd name="connsiteX0" fmla="*/ 0 w 1883538"/>
              <a:gd name="connsiteY0" fmla="*/ 0 h 1650159"/>
              <a:gd name="connsiteX1" fmla="*/ 1883538 w 1883538"/>
              <a:gd name="connsiteY1" fmla="*/ 0 h 1650159"/>
              <a:gd name="connsiteX2" fmla="*/ 233379 w 1883538"/>
              <a:gd name="connsiteY2" fmla="*/ 1650159 h 1650159"/>
              <a:gd name="connsiteX3" fmla="*/ 64660 w 1883538"/>
              <a:gd name="connsiteY3" fmla="*/ 1641640 h 1650159"/>
              <a:gd name="connsiteX4" fmla="*/ 0 w 1883538"/>
              <a:gd name="connsiteY4" fmla="*/ 1631771 h 16501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3538" h="1650159">
                <a:moveTo>
                  <a:pt x="0" y="0"/>
                </a:moveTo>
                <a:lnTo>
                  <a:pt x="1883538" y="0"/>
                </a:lnTo>
                <a:cubicBezTo>
                  <a:pt x="1883538" y="911358"/>
                  <a:pt x="1144737" y="1650159"/>
                  <a:pt x="233379" y="1650159"/>
                </a:cubicBezTo>
                <a:cubicBezTo>
                  <a:pt x="176419" y="1650159"/>
                  <a:pt x="120134" y="1647273"/>
                  <a:pt x="64660" y="1641640"/>
                </a:cubicBezTo>
                <a:lnTo>
                  <a:pt x="0" y="1631771"/>
                </a:lnTo>
                <a:close/>
              </a:path>
            </a:pathLst>
          </a:custGeom>
          <a:gradFill flip="none" rotWithShape="1">
            <a:gsLst>
              <a:gs pos="0">
                <a:srgbClr val="FFFFFF">
                  <a:alpha val="39000"/>
                </a:srgbClr>
              </a:gs>
              <a:gs pos="81000">
                <a:srgbClr val="FFFFFF">
                  <a:alpha val="0"/>
                </a:srgbClr>
              </a:gs>
            </a:gsLst>
            <a:lin ang="2700000" scaled="1"/>
            <a:tileRect/>
          </a:gradFill>
          <a:ln>
            <a:noFill/>
            <a:prstDash val="solid"/>
          </a:ln>
          <a:effectLst>
            <a:outerShdw blurRad="203200" dist="101600" dir="8100000" algn="tr" rotWithShape="0">
              <a:srgbClr val="0048E5">
                <a:alpha val="1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800"/>
          </a:p>
        </p:txBody>
      </p:sp>
      <p:cxnSp>
        <p:nvCxnSpPr>
          <p:cNvPr id="17" name="直接连接符 16"/>
          <p:cNvCxnSpPr/>
          <p:nvPr userDrawn="1">
            <p:custDataLst>
              <p:tags r:id="rId6"/>
            </p:custDataLst>
          </p:nvPr>
        </p:nvCxnSpPr>
        <p:spPr>
          <a:xfrm>
            <a:off x="11470255" y="12081"/>
            <a:ext cx="0" cy="6840000"/>
          </a:xfrm>
          <a:prstGeom prst="line">
            <a:avLst/>
          </a:prstGeom>
          <a:ln>
            <a:solidFill>
              <a:srgbClr val="FFFFFF">
                <a:alpha val="50000"/>
              </a:srgbClr>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userDrawn="1">
            <p:custDataLst>
              <p:tags r:id="rId7"/>
            </p:custDataLst>
          </p:nvPr>
        </p:nvCxnSpPr>
        <p:spPr>
          <a:xfrm>
            <a:off x="1142240" y="628976"/>
            <a:ext cx="0" cy="161365"/>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ctrTitle" hasCustomPrompt="1"/>
            <p:custDataLst>
              <p:tags r:id="rId8"/>
            </p:custDataLst>
          </p:nvPr>
        </p:nvSpPr>
        <p:spPr>
          <a:xfrm>
            <a:off x="1104021" y="3142114"/>
            <a:ext cx="5960827" cy="1133614"/>
          </a:xfrm>
        </p:spPr>
        <p:txBody>
          <a:bodyPr wrap="square" anchor="t">
            <a:normAutofit/>
          </a:bodyPr>
          <a:lstStyle>
            <a:lvl1pPr algn="l">
              <a:lnSpc>
                <a:spcPct val="100000"/>
              </a:lnSpc>
              <a:defRPr sz="6600">
                <a:solidFill>
                  <a:srgbClr val="FFFFFF"/>
                </a:solidFill>
              </a:defRPr>
            </a:lvl1pPr>
          </a:lstStyle>
          <a:p>
            <a:r>
              <a:rPr lang="zh-CN" altLang="en-US" dirty="0"/>
              <a:t>编辑母版标题</a:t>
            </a:r>
            <a:endParaRPr lang="zh-CN" altLang="en-US" dirty="0"/>
          </a:p>
        </p:txBody>
      </p:sp>
      <p:sp>
        <p:nvSpPr>
          <p:cNvPr id="3" name="副标题 2"/>
          <p:cNvSpPr>
            <a:spLocks noGrp="1"/>
          </p:cNvSpPr>
          <p:nvPr>
            <p:ph type="subTitle" idx="1" hasCustomPrompt="1"/>
            <p:custDataLst>
              <p:tags r:id="rId9"/>
            </p:custDataLst>
          </p:nvPr>
        </p:nvSpPr>
        <p:spPr>
          <a:xfrm>
            <a:off x="1104020" y="2118218"/>
            <a:ext cx="5960827" cy="972000"/>
          </a:xfrm>
        </p:spPr>
        <p:txBody>
          <a:bodyPr wrap="square" anchor="b">
            <a:normAutofit/>
          </a:bodyPr>
          <a:lstStyle>
            <a:lvl1pPr marL="0" indent="0" algn="l">
              <a:lnSpc>
                <a:spcPct val="100000"/>
              </a:lnSpc>
              <a:buNone/>
              <a:defRPr sz="6000" b="1">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单击编辑副标题</a:t>
            </a:r>
            <a:endParaRPr lang="zh-CN" altLang="en-US" dirty="0"/>
          </a:p>
        </p:txBody>
      </p:sp>
      <p:sp>
        <p:nvSpPr>
          <p:cNvPr id="4" name="日期占位符 3"/>
          <p:cNvSpPr>
            <a:spLocks noGrp="1"/>
          </p:cNvSpPr>
          <p:nvPr>
            <p:ph type="dt" sz="half" idx="10"/>
            <p:custDataLst>
              <p:tags r:id="rId10"/>
            </p:custDataLst>
          </p:nvPr>
        </p:nvSpPr>
        <p:spPr/>
        <p:txBody>
          <a:bodyPr wrap="square">
            <a:normAutofit/>
          </a:bodyPr>
          <a:lstStyle>
            <a:lvl1pPr>
              <a:defRPr>
                <a:solidFill>
                  <a:srgbClr val="FFFFFF"/>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11"/>
            </p:custDataLst>
          </p:nvPr>
        </p:nvSpPr>
        <p:spPr/>
        <p:txBody>
          <a:bodyPr/>
          <a:lstStyle>
            <a:lvl1pPr>
              <a:defRPr>
                <a:solidFill>
                  <a:srgbClr val="FFFFFF"/>
                </a:solidFill>
              </a:defRPr>
            </a:lvl1pPr>
          </a:lstStyle>
          <a:p>
            <a:endParaRPr lang="zh-CN" altLang="en-US"/>
          </a:p>
        </p:txBody>
      </p:sp>
      <p:sp>
        <p:nvSpPr>
          <p:cNvPr id="6" name="灯片编号占位符 5"/>
          <p:cNvSpPr>
            <a:spLocks noGrp="1"/>
          </p:cNvSpPr>
          <p:nvPr>
            <p:ph type="sldNum" sz="quarter" idx="12"/>
            <p:custDataLst>
              <p:tags r:id="rId12"/>
            </p:custDataLst>
          </p:nvPr>
        </p:nvSpPr>
        <p:spPr>
          <a:xfrm>
            <a:off x="8610600" y="6356350"/>
            <a:ext cx="2743200" cy="365125"/>
          </a:xfrm>
        </p:spPr>
        <p:txBody>
          <a:bodyPr wrap="square">
            <a:normAutofit/>
          </a:bodyPr>
          <a:lstStyle>
            <a:lvl1pPr>
              <a:defRPr>
                <a:solidFill>
                  <a:srgbClr val="FFFFFF"/>
                </a:solidFill>
              </a:defRPr>
            </a:lvl1p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13"/>
            </p:custDataLst>
          </p:nvPr>
        </p:nvSpPr>
        <p:spPr>
          <a:xfrm>
            <a:off x="1248873" y="436776"/>
            <a:ext cx="2469327" cy="504000"/>
          </a:xfrm>
        </p:spPr>
        <p:txBody>
          <a:bodyPr wrap="square" anchor="ctr">
            <a:normAutofit/>
          </a:bodyPr>
          <a:lstStyle>
            <a:lvl1pPr marL="0" indent="0">
              <a:lnSpc>
                <a:spcPct val="100000"/>
              </a:lnSpc>
              <a:buNone/>
              <a:defRPr sz="1400">
                <a:solidFill>
                  <a:srgbClr val="FFFFFF"/>
                </a:solidFill>
              </a:defRPr>
            </a:lvl1pPr>
          </a:lstStyle>
          <a:p>
            <a:pPr lvl="0"/>
            <a:r>
              <a:rPr lang="zh-CN" altLang="en-US" dirty="0"/>
              <a:t>公司</a:t>
            </a:r>
            <a:endParaRPr lang="zh-CN" altLang="en-US" dirty="0"/>
          </a:p>
        </p:txBody>
      </p:sp>
      <p:sp>
        <p:nvSpPr>
          <p:cNvPr id="14" name="日期时间占位符 7"/>
          <p:cNvSpPr>
            <a:spLocks noGrp="1"/>
          </p:cNvSpPr>
          <p:nvPr>
            <p:ph type="body" sz="quarter" idx="14" hasCustomPrompt="1"/>
            <p:custDataLst>
              <p:tags r:id="rId14"/>
            </p:custDataLst>
          </p:nvPr>
        </p:nvSpPr>
        <p:spPr>
          <a:xfrm>
            <a:off x="8843635" y="5830798"/>
            <a:ext cx="2427286" cy="365125"/>
          </a:xfrm>
        </p:spPr>
        <p:txBody>
          <a:bodyPr wrap="square" anchor="ctr">
            <a:normAutofit/>
          </a:bodyPr>
          <a:lstStyle>
            <a:lvl1pPr marL="0" indent="0" algn="r">
              <a:lnSpc>
                <a:spcPct val="100000"/>
              </a:lnSpc>
              <a:buNone/>
              <a:defRPr sz="1400">
                <a:solidFill>
                  <a:srgbClr val="FFFFFF"/>
                </a:solidFill>
              </a:defRPr>
            </a:lvl1pPr>
          </a:lstStyle>
          <a:p>
            <a:pPr lvl="0"/>
            <a:r>
              <a:rPr lang="zh-CN" altLang="en-US" dirty="0"/>
              <a:t>日期</a:t>
            </a:r>
            <a:endParaRPr lang="zh-CN" altLang="en-US" dirty="0"/>
          </a:p>
        </p:txBody>
      </p:sp>
      <p:pic>
        <p:nvPicPr>
          <p:cNvPr id="7" name="图片 6" descr="图片1"/>
          <p:cNvPicPr>
            <a:picLocks noChangeAspect="1"/>
          </p:cNvPicPr>
          <p:nvPr userDrawn="1">
            <p:custDataLst>
              <p:tags r:id="rId15"/>
            </p:custDataLst>
          </p:nvPr>
        </p:nvPicPr>
        <p:blipFill>
          <a:blip r:embed="rId16"/>
          <a:srcRect l="1265" b="18498"/>
          <a:stretch>
            <a:fillRect/>
          </a:stretch>
        </p:blipFill>
        <p:spPr>
          <a:xfrm>
            <a:off x="0" y="4418330"/>
            <a:ext cx="4460240" cy="2439670"/>
          </a:xfrm>
          <a:prstGeom prst="rect">
            <a:avLst/>
          </a:prstGeom>
        </p:spPr>
      </p:pic>
      <p:sp>
        <p:nvSpPr>
          <p:cNvPr id="24" name="署名占位符 10"/>
          <p:cNvSpPr>
            <a:spLocks noGrp="1"/>
          </p:cNvSpPr>
          <p:nvPr>
            <p:ph type="body" sz="quarter" idx="17" hasCustomPrompt="1"/>
            <p:custDataLst>
              <p:tags r:id="rId17"/>
            </p:custDataLst>
          </p:nvPr>
        </p:nvSpPr>
        <p:spPr>
          <a:xfrm>
            <a:off x="1104021" y="4483323"/>
            <a:ext cx="2232000" cy="504000"/>
          </a:xfrm>
          <a:prstGeom prst="roundRect">
            <a:avLst>
              <a:gd name="adj" fmla="val 50000"/>
            </a:avLst>
          </a:prstGeom>
          <a:ln>
            <a:solidFill>
              <a:srgbClr val="FFFFFF"/>
            </a:solidFill>
          </a:ln>
        </p:spPr>
        <p:txBody>
          <a:bodyPr wrap="square" anchor="ctr">
            <a:normAutofit/>
          </a:bodyPr>
          <a:lstStyle>
            <a:lvl1pPr marL="0" indent="0" algn="ctr">
              <a:lnSpc>
                <a:spcPct val="100000"/>
              </a:lnSpc>
              <a:buNone/>
              <a:defRPr sz="1800">
                <a:solidFill>
                  <a:srgbClr val="FFFFFF"/>
                </a:solidFill>
                <a:latin typeface="+mn-ea"/>
                <a:ea typeface="+mn-ea"/>
              </a:defRPr>
            </a:lvl1pPr>
          </a:lstStyle>
          <a:p>
            <a:pPr lvl="0"/>
            <a:r>
              <a:rPr lang="zh-CN" altLang="en-US" dirty="0"/>
              <a:t>署名</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9" Type="http://schemas.openxmlformats.org/officeDocument/2006/relationships/theme" Target="../theme/theme2.xml"/><Relationship Id="rId18" Type="http://schemas.openxmlformats.org/officeDocument/2006/relationships/tags" Target="../tags/tag88.xml"/><Relationship Id="rId17" Type="http://schemas.openxmlformats.org/officeDocument/2006/relationships/tags" Target="../tags/tag87.xml"/><Relationship Id="rId16" Type="http://schemas.openxmlformats.org/officeDocument/2006/relationships/tags" Target="../tags/tag86.xml"/><Relationship Id="rId15" Type="http://schemas.openxmlformats.org/officeDocument/2006/relationships/tags" Target="../tags/tag85.xml"/><Relationship Id="rId14" Type="http://schemas.openxmlformats.org/officeDocument/2006/relationships/tags" Target="../tags/tag84.xml"/><Relationship Id="rId13" Type="http://schemas.openxmlformats.org/officeDocument/2006/relationships/tags" Target="../tags/tag83.xml"/><Relationship Id="rId12" Type="http://schemas.openxmlformats.org/officeDocument/2006/relationships/tags" Target="../tags/tag82.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a:t>单击此处编辑母版标题样式</a:t>
            </a:r>
            <a:endParaRPr lang="zh-CN" altLang="en-US"/>
          </a:p>
        </p:txBody>
      </p:sp>
      <p:sp>
        <p:nvSpPr>
          <p:cNvPr id="1027" name="文本占位符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smtClean="0">
                <a:solidFill>
                  <a:schemeClr val="tx1">
                    <a:tint val="75000"/>
                  </a:schemeClr>
                </a:solidFill>
                <a:latin typeface="+mn-lt"/>
                <a:ea typeface="+mn-ea"/>
              </a:defRPr>
            </a:lvl1pPr>
          </a:lstStyle>
          <a:p>
            <a:pPr>
              <a:defRPr/>
            </a:pPr>
            <a:fld id="{880AC5F5-0BC5-4382-AA5C-66CAA18E2FAA}" type="datetimeFigureOut">
              <a:rPr lang="zh-CN" altLang="en-US"/>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fld id="{E24AF8C2-C6CE-495E-8D91-34386FB4A79F}" type="slidenum">
              <a:rPr lang="zh-CN" altLang="en-US"/>
            </a:fld>
            <a:endParaRPr lang="zh-CN" altLang="en-US"/>
          </a:p>
        </p:txBody>
      </p:sp>
      <p:sp>
        <p:nvSpPr>
          <p:cNvPr id="3" name="TextBox 2"/>
          <p:cNvSpPr txBox="1"/>
          <p:nvPr userDrawn="1"/>
        </p:nvSpPr>
        <p:spPr>
          <a:xfrm>
            <a:off x="63500" y="6642100"/>
            <a:ext cx="1296988" cy="152400"/>
          </a:xfrm>
          <a:prstGeom prst="rect">
            <a:avLst/>
          </a:prstGeom>
        </p:spPr>
        <p:txBody>
          <a:bodyPr horzOverflow="overflow" lIns="0" tIns="0" rIns="0" bIns="0">
            <a:spAutoFit/>
          </a:bodyPr>
          <a:lstStyle/>
          <a:p>
            <a:pPr algn="l"/>
            <a:r>
              <a:rPr lang="en-US" sz="1000">
                <a:solidFill>
                  <a:srgbClr val="000000">
                    <a:alpha val="50000"/>
                  </a:srgbClr>
                </a:solidFill>
                <a:latin typeface="Calibri" panose="020F0502020204030204" pitchFamily="34" charset="0"/>
                <a:cs typeface="Calibri" panose="020F0502020204030204" pitchFamily="34" charset="0"/>
              </a:rPr>
              <a:t>Confidential Information</a:t>
            </a:r>
            <a:endParaRPr lang="en-US" sz="1000">
              <a:solidFill>
                <a:srgbClr val="000000">
                  <a:alpha val="50000"/>
                </a:srgbClr>
              </a:solidFill>
              <a:latin typeface="Calibri" panose="020F0502020204030204" pitchFamily="34" charset="0"/>
              <a:cs typeface="Calibri" panose="020F050202020403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defRPr>
      </a:lvl2pPr>
      <a:lvl3pPr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defRPr>
      </a:lvl3pPr>
      <a:lvl4pPr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defRPr>
      </a:lvl4pPr>
      <a:lvl5pPr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1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10" name="任意多边形: 形状 9"/>
          <p:cNvSpPr/>
          <p:nvPr userDrawn="1">
            <p:custDataLst>
              <p:tags r:id="rId17"/>
            </p:custDataLst>
          </p:nvPr>
        </p:nvSpPr>
        <p:spPr>
          <a:xfrm>
            <a:off x="9028430" y="0"/>
            <a:ext cx="3163570" cy="1548130"/>
          </a:xfrm>
          <a:custGeom>
            <a:avLst/>
            <a:gdLst>
              <a:gd name="connsiteX0" fmla="*/ 0 w 6726149"/>
              <a:gd name="connsiteY0" fmla="*/ 0 h 3290498"/>
              <a:gd name="connsiteX1" fmla="*/ 6726149 w 6726149"/>
              <a:gd name="connsiteY1" fmla="*/ 0 h 3290498"/>
              <a:gd name="connsiteX2" fmla="*/ 6726149 w 6726149"/>
              <a:gd name="connsiteY2" fmla="*/ 2976151 h 3290498"/>
              <a:gd name="connsiteX3" fmla="*/ 6504586 w 6726149"/>
              <a:gd name="connsiteY3" fmla="*/ 3051120 h 3290498"/>
              <a:gd name="connsiteX4" fmla="*/ 4921250 w 6726149"/>
              <a:gd name="connsiteY4" fmla="*/ 3290498 h 3290498"/>
              <a:gd name="connsiteX5" fmla="*/ 15199 w 6726149"/>
              <a:gd name="connsiteY5" fmla="*/ 38549 h 3290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26149" h="3290498">
                <a:moveTo>
                  <a:pt x="0" y="0"/>
                </a:moveTo>
                <a:lnTo>
                  <a:pt x="6726149" y="0"/>
                </a:lnTo>
                <a:lnTo>
                  <a:pt x="6726149" y="2976151"/>
                </a:lnTo>
                <a:lnTo>
                  <a:pt x="6504586" y="3051120"/>
                </a:lnTo>
                <a:cubicBezTo>
                  <a:pt x="6004411" y="3206691"/>
                  <a:pt x="5472617" y="3290498"/>
                  <a:pt x="4921250" y="3290498"/>
                </a:cubicBezTo>
                <a:cubicBezTo>
                  <a:pt x="2715781" y="3290498"/>
                  <a:pt x="823498" y="1949583"/>
                  <a:pt x="15199" y="38549"/>
                </a:cubicBezTo>
                <a:close/>
              </a:path>
            </a:pathLst>
          </a:custGeom>
          <a:solidFill>
            <a:schemeClr val="accent2">
              <a:alpha val="5000"/>
            </a:schemeClr>
          </a:solidFill>
          <a:ln>
            <a:noFill/>
            <a:prstDash val="solid"/>
          </a:ln>
          <a:effectLst>
            <a:outerShdw blurRad="304800" dist="101600" dir="8100000" algn="tr" rotWithShape="0">
              <a:srgbClr val="0048E5">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800"/>
          </a:p>
        </p:txBody>
      </p:sp>
      <p:sp>
        <p:nvSpPr>
          <p:cNvPr id="7" name="KSO_TEMPLATE" hidden="1"/>
          <p:cNvSpPr/>
          <p:nvPr userDrawn="1">
            <p:custDataLst>
              <p:tags r:id="rId18"/>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7.xml"/><Relationship Id="rId2" Type="http://schemas.openxmlformats.org/officeDocument/2006/relationships/image" Target="../media/image6.png"/><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9.png"/><Relationship Id="rId1"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4" Type="http://schemas.openxmlformats.org/officeDocument/2006/relationships/slideLayout" Target="../slideLayouts/slideLayout15.xml"/><Relationship Id="rId3" Type="http://schemas.openxmlformats.org/officeDocument/2006/relationships/tags" Target="../tags/tag91.xml"/><Relationship Id="rId2" Type="http://schemas.openxmlformats.org/officeDocument/2006/relationships/tags" Target="../tags/tag90.xml"/><Relationship Id="rId1" Type="http://schemas.openxmlformats.org/officeDocument/2006/relationships/tags" Target="../tags/tag8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7.xml"/><Relationship Id="rId1"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5.xml"/><Relationship Id="rId3" Type="http://schemas.openxmlformats.org/officeDocument/2006/relationships/tags" Target="../tags/tag94.xml"/><Relationship Id="rId2" Type="http://schemas.openxmlformats.org/officeDocument/2006/relationships/tags" Target="../tags/tag93.xml"/><Relationship Id="rId1" Type="http://schemas.openxmlformats.org/officeDocument/2006/relationships/tags" Target="../tags/tag9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7.xml"/><Relationship Id="rId1"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image" Target="../media/image19.png"/></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15.xml"/><Relationship Id="rId3" Type="http://schemas.openxmlformats.org/officeDocument/2006/relationships/tags" Target="../tags/tag97.xml"/><Relationship Id="rId2" Type="http://schemas.openxmlformats.org/officeDocument/2006/relationships/tags" Target="../tags/tag96.xml"/><Relationship Id="rId1" Type="http://schemas.openxmlformats.org/officeDocument/2006/relationships/tags" Target="../tags/tag9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7.xml"/><Relationship Id="rId1" Type="http://schemas.openxmlformats.org/officeDocument/2006/relationships/image" Target="../media/image20.png"/></Relationships>
</file>

<file path=ppt/slides/_rels/slide23.xml.rels><?xml version="1.0" encoding="UTF-8" standalone="yes"?>
<Relationships xmlns="http://schemas.openxmlformats.org/package/2006/relationships"><Relationship Id="rId9" Type="http://schemas.openxmlformats.org/officeDocument/2006/relationships/tags" Target="../tags/tag106.xml"/><Relationship Id="rId8" Type="http://schemas.openxmlformats.org/officeDocument/2006/relationships/tags" Target="../tags/tag105.xml"/><Relationship Id="rId7" Type="http://schemas.openxmlformats.org/officeDocument/2006/relationships/tags" Target="../tags/tag104.xml"/><Relationship Id="rId6" Type="http://schemas.openxmlformats.org/officeDocument/2006/relationships/tags" Target="../tags/tag103.xml"/><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1" Type="http://schemas.openxmlformats.org/officeDocument/2006/relationships/notesSlide" Target="../notesSlides/notesSlide19.xml"/><Relationship Id="rId20" Type="http://schemas.openxmlformats.org/officeDocument/2006/relationships/slideLayout" Target="../slideLayouts/slideLayout7.xml"/><Relationship Id="rId2" Type="http://schemas.openxmlformats.org/officeDocument/2006/relationships/tags" Target="../tags/tag99.xml"/><Relationship Id="rId19" Type="http://schemas.openxmlformats.org/officeDocument/2006/relationships/image" Target="../media/image24.svg"/><Relationship Id="rId18" Type="http://schemas.openxmlformats.org/officeDocument/2006/relationships/image" Target="../media/image23.png"/><Relationship Id="rId17" Type="http://schemas.openxmlformats.org/officeDocument/2006/relationships/tags" Target="../tags/tag112.xml"/><Relationship Id="rId16" Type="http://schemas.openxmlformats.org/officeDocument/2006/relationships/tags" Target="../tags/tag111.xml"/><Relationship Id="rId15" Type="http://schemas.openxmlformats.org/officeDocument/2006/relationships/image" Target="../media/image22.svg"/><Relationship Id="rId14" Type="http://schemas.openxmlformats.org/officeDocument/2006/relationships/image" Target="../media/image21.png"/><Relationship Id="rId13" Type="http://schemas.openxmlformats.org/officeDocument/2006/relationships/tags" Target="../tags/tag110.xml"/><Relationship Id="rId12" Type="http://schemas.openxmlformats.org/officeDocument/2006/relationships/tags" Target="../tags/tag109.xml"/><Relationship Id="rId11" Type="http://schemas.openxmlformats.org/officeDocument/2006/relationships/tags" Target="../tags/tag108.xml"/><Relationship Id="rId10" Type="http://schemas.openxmlformats.org/officeDocument/2006/relationships/tags" Target="../tags/tag107.xml"/><Relationship Id="rId1" Type="http://schemas.openxmlformats.org/officeDocument/2006/relationships/tags" Target="../tags/tag98.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7.xml"/><Relationship Id="rId1"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7.xml"/><Relationship Id="rId1"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7.xml"/><Relationship Id="rId1"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7.xml"/><Relationship Id="rId1"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7.xml"/><Relationship Id="rId1" Type="http://schemas.openxmlformats.org/officeDocument/2006/relationships/image" Target="../media/image30.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7.xml"/><Relationship Id="rId1" Type="http://schemas.openxmlformats.org/officeDocument/2006/relationships/image" Target="../media/image31.png"/></Relationships>
</file>

<file path=ppt/slides/_rels/slide31.xml.rels><?xml version="1.0" encoding="UTF-8" standalone="yes"?>
<Relationships xmlns="http://schemas.openxmlformats.org/package/2006/relationships"><Relationship Id="rId4" Type="http://schemas.openxmlformats.org/officeDocument/2006/relationships/notesSlide" Target="../notesSlides/notesSlide27.xml"/><Relationship Id="rId3" Type="http://schemas.openxmlformats.org/officeDocument/2006/relationships/slideLayout" Target="../slideLayouts/slideLayout7.xml"/><Relationship Id="rId2" Type="http://schemas.openxmlformats.org/officeDocument/2006/relationships/image" Target="../media/image33.png"/><Relationship Id="rId1" Type="http://schemas.openxmlformats.org/officeDocument/2006/relationships/image" Target="../media/image32.png"/></Relationships>
</file>

<file path=ppt/slides/_rels/slide32.xml.rels><?xml version="1.0" encoding="UTF-8" standalone="yes"?>
<Relationships xmlns="http://schemas.openxmlformats.org/package/2006/relationships"><Relationship Id="rId4" Type="http://schemas.openxmlformats.org/officeDocument/2006/relationships/slideLayout" Target="../slideLayouts/slideLayout15.xml"/><Relationship Id="rId3" Type="http://schemas.openxmlformats.org/officeDocument/2006/relationships/tags" Target="../tags/tag115.xml"/><Relationship Id="rId2" Type="http://schemas.openxmlformats.org/officeDocument/2006/relationships/tags" Target="../tags/tag114.xml"/><Relationship Id="rId1" Type="http://schemas.openxmlformats.org/officeDocument/2006/relationships/tags" Target="../tags/tag113.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7.xml"/><Relationship Id="rId1" Type="http://schemas.openxmlformats.org/officeDocument/2006/relationships/image" Target="../media/image34.png"/></Relationships>
</file>

<file path=ppt/slides/_rels/slide34.xml.rels><?xml version="1.0" encoding="UTF-8" standalone="yes"?>
<Relationships xmlns="http://schemas.openxmlformats.org/package/2006/relationships"><Relationship Id="rId4" Type="http://schemas.openxmlformats.org/officeDocument/2006/relationships/notesSlide" Target="../notesSlides/notesSlide29.xml"/><Relationship Id="rId3" Type="http://schemas.openxmlformats.org/officeDocument/2006/relationships/slideLayout" Target="../slideLayouts/slideLayout7.xml"/><Relationship Id="rId2" Type="http://schemas.openxmlformats.org/officeDocument/2006/relationships/tags" Target="../tags/tag116.xml"/><Relationship Id="rId1"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7.xml"/><Relationship Id="rId1" Type="http://schemas.openxmlformats.org/officeDocument/2006/relationships/image" Target="../media/image36.pn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7.xml"/><Relationship Id="rId1" Type="http://schemas.openxmlformats.org/officeDocument/2006/relationships/image" Target="../media/image37.png"/></Relationships>
</file>

<file path=ppt/slides/_rels/slide37.xml.rels><?xml version="1.0" encoding="UTF-8" standalone="yes"?>
<Relationships xmlns="http://schemas.openxmlformats.org/package/2006/relationships"><Relationship Id="rId4" Type="http://schemas.openxmlformats.org/officeDocument/2006/relationships/notesSlide" Target="../notesSlides/notesSlide32.xml"/><Relationship Id="rId3" Type="http://schemas.openxmlformats.org/officeDocument/2006/relationships/slideLayout" Target="../slideLayouts/slideLayout7.xml"/><Relationship Id="rId2" Type="http://schemas.openxmlformats.org/officeDocument/2006/relationships/image" Target="../media/image39.png"/><Relationship Id="rId1" Type="http://schemas.openxmlformats.org/officeDocument/2006/relationships/image" Target="../media/image38.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7.xml"/><Relationship Id="rId1" Type="http://schemas.openxmlformats.org/officeDocument/2006/relationships/image" Target="../media/image40.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7.xml"/><Relationship Id="rId1" Type="http://schemas.openxmlformats.org/officeDocument/2006/relationships/image" Target="../media/image41.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7.xml"/><Relationship Id="rId1" Type="http://schemas.openxmlformats.org/officeDocument/2006/relationships/image" Target="../media/image42.png"/></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7.xml"/><Relationship Id="rId1" Type="http://schemas.openxmlformats.org/officeDocument/2006/relationships/image" Target="../media/image43.png"/></Relationships>
</file>

<file path=ppt/slides/_rels/slide42.xml.rels><?xml version="1.0" encoding="UTF-8" standalone="yes"?>
<Relationships xmlns="http://schemas.openxmlformats.org/package/2006/relationships"><Relationship Id="rId4" Type="http://schemas.openxmlformats.org/officeDocument/2006/relationships/notesSlide" Target="../notesSlides/notesSlide37.xml"/><Relationship Id="rId3" Type="http://schemas.openxmlformats.org/officeDocument/2006/relationships/slideLayout" Target="../slideLayouts/slideLayout7.xml"/><Relationship Id="rId2" Type="http://schemas.openxmlformats.org/officeDocument/2006/relationships/image" Target="../media/image45.png"/><Relationship Id="rId1" Type="http://schemas.openxmlformats.org/officeDocument/2006/relationships/image" Target="../media/image44.png"/></Relationships>
</file>

<file path=ppt/slides/_rels/slide43.xml.rels><?xml version="1.0" encoding="UTF-8" standalone="yes"?>
<Relationships xmlns="http://schemas.openxmlformats.org/package/2006/relationships"><Relationship Id="rId4" Type="http://schemas.openxmlformats.org/officeDocument/2006/relationships/slideLayout" Target="../slideLayouts/slideLayout15.xml"/><Relationship Id="rId3" Type="http://schemas.openxmlformats.org/officeDocument/2006/relationships/tags" Target="../tags/tag119.xml"/><Relationship Id="rId2" Type="http://schemas.openxmlformats.org/officeDocument/2006/relationships/tags" Target="../tags/tag118.xml"/><Relationship Id="rId1" Type="http://schemas.openxmlformats.org/officeDocument/2006/relationships/tags" Target="../tags/tag117.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7.xml"/><Relationship Id="rId1" Type="http://schemas.openxmlformats.org/officeDocument/2006/relationships/image" Target="../media/image46.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7.xml"/><Relationship Id="rId1" Type="http://schemas.openxmlformats.org/officeDocument/2006/relationships/image" Target="../media/image47.pn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7.xml"/><Relationship Id="rId1" Type="http://schemas.openxmlformats.org/officeDocument/2006/relationships/image" Target="../media/image48.png"/></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7.xml"/><Relationship Id="rId1" Type="http://schemas.openxmlformats.org/officeDocument/2006/relationships/image" Target="../media/image49.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7.xml"/><Relationship Id="rId1" Type="http://schemas.openxmlformats.org/officeDocument/2006/relationships/image" Target="../media/image50.png"/></Relationships>
</file>

<file path=ppt/slides/_rels/slide49.xml.rels><?xml version="1.0" encoding="UTF-8" standalone="yes"?>
<Relationships xmlns="http://schemas.openxmlformats.org/package/2006/relationships"><Relationship Id="rId4" Type="http://schemas.openxmlformats.org/officeDocument/2006/relationships/notesSlide" Target="../notesSlides/notesSlide43.xml"/><Relationship Id="rId3" Type="http://schemas.openxmlformats.org/officeDocument/2006/relationships/slideLayout" Target="../slideLayouts/slideLayout7.xml"/><Relationship Id="rId2" Type="http://schemas.openxmlformats.org/officeDocument/2006/relationships/image" Target="../media/image52.png"/><Relationship Id="rId1" Type="http://schemas.openxmlformats.org/officeDocument/2006/relationships/image" Target="../media/image51.png"/></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7.xml"/><Relationship Id="rId1" Type="http://schemas.openxmlformats.org/officeDocument/2006/relationships/image" Target="../media/image53.png"/></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7.xml"/><Relationship Id="rId1" Type="http://schemas.openxmlformats.org/officeDocument/2006/relationships/image" Target="../media/image54.png"/></Relationships>
</file>

<file path=ppt/slides/_rels/slide52.xml.rels><?xml version="1.0" encoding="UTF-8" standalone="yes"?>
<Relationships xmlns="http://schemas.openxmlformats.org/package/2006/relationships"><Relationship Id="rId4" Type="http://schemas.openxmlformats.org/officeDocument/2006/relationships/notesSlide" Target="../notesSlides/notesSlide46.xml"/><Relationship Id="rId3" Type="http://schemas.openxmlformats.org/officeDocument/2006/relationships/slideLayout" Target="../slideLayouts/slideLayout7.xml"/><Relationship Id="rId2" Type="http://schemas.openxmlformats.org/officeDocument/2006/relationships/image" Target="../media/image56.png"/><Relationship Id="rId1" Type="http://schemas.openxmlformats.org/officeDocument/2006/relationships/image" Target="../media/image55.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7.xml"/><Relationship Id="rId1" Type="http://schemas.openxmlformats.org/officeDocument/2006/relationships/image" Target="../media/image59.png"/></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7.xml"/><Relationship Id="rId1" Type="http://schemas.openxmlformats.org/officeDocument/2006/relationships/image" Target="../media/image60.png"/></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7.xml"/><Relationship Id="rId1" Type="http://schemas.openxmlformats.org/officeDocument/2006/relationships/image" Target="../media/image61.pn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7.xml"/><Relationship Id="rId1" Type="http://schemas.openxmlformats.org/officeDocument/2006/relationships/image" Target="../media/image63.png"/></Relationships>
</file>

<file path=ppt/slides/_rels/slide60.xml.rels><?xml version="1.0" encoding="UTF-8" standalone="yes"?>
<Relationships xmlns="http://schemas.openxmlformats.org/package/2006/relationships"><Relationship Id="rId4" Type="http://schemas.openxmlformats.org/officeDocument/2006/relationships/slideLayout" Target="../slideLayouts/slideLayout15.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tags" Target="../tags/tag120.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7.xml"/><Relationship Id="rId1" Type="http://schemas.openxmlformats.org/officeDocument/2006/relationships/image" Target="../media/image64.pn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7.xml"/><Relationship Id="rId1" Type="http://schemas.openxmlformats.org/officeDocument/2006/relationships/image" Target="../media/image65.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760"/>
        </a:solidFill>
        <a:effectLst/>
      </p:bgPr>
    </p:bg>
    <p:spTree>
      <p:nvGrpSpPr>
        <p:cNvPr id="1" name=""/>
        <p:cNvGrpSpPr/>
        <p:nvPr/>
      </p:nvGrpSpPr>
      <p:grpSpPr>
        <a:xfrm>
          <a:off x="0" y="0"/>
          <a:ext cx="0" cy="0"/>
          <a:chOff x="0" y="0"/>
          <a:chExt cx="0" cy="0"/>
        </a:xfrm>
      </p:grpSpPr>
      <p:sp>
        <p:nvSpPr>
          <p:cNvPr id="140" name="任意多边形 139"/>
          <p:cNvSpPr/>
          <p:nvPr/>
        </p:nvSpPr>
        <p:spPr>
          <a:xfrm>
            <a:off x="0" y="9525"/>
            <a:ext cx="11134725" cy="6848475"/>
          </a:xfrm>
          <a:custGeom>
            <a:avLst/>
            <a:gdLst>
              <a:gd name="connsiteX0" fmla="*/ 4447063 w 11135481"/>
              <a:gd name="connsiteY0" fmla="*/ 0 h 6848401"/>
              <a:gd name="connsiteX1" fmla="*/ 11135481 w 11135481"/>
              <a:gd name="connsiteY1" fmla="*/ 6848401 h 6848401"/>
              <a:gd name="connsiteX2" fmla="*/ 0 w 11135481"/>
              <a:gd name="connsiteY2" fmla="*/ 6848401 h 6848401"/>
              <a:gd name="connsiteX3" fmla="*/ 0 w 11135481"/>
              <a:gd name="connsiteY3" fmla="*/ 5676736 h 6848401"/>
              <a:gd name="connsiteX4" fmla="*/ 1611244 w 11135481"/>
              <a:gd name="connsiteY4" fmla="*/ 1056 h 68484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35481" h="6848401">
                <a:moveTo>
                  <a:pt x="4447063" y="0"/>
                </a:moveTo>
                <a:lnTo>
                  <a:pt x="11135481" y="6848401"/>
                </a:lnTo>
                <a:lnTo>
                  <a:pt x="0" y="6848401"/>
                </a:lnTo>
                <a:lnTo>
                  <a:pt x="0" y="5676736"/>
                </a:lnTo>
                <a:lnTo>
                  <a:pt x="1611244" y="1056"/>
                </a:lnTo>
                <a:close/>
              </a:path>
            </a:pathLst>
          </a:custGeom>
          <a:solidFill>
            <a:srgbClr val="005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pic>
        <p:nvPicPr>
          <p:cNvPr id="3076" name="图片 110"/>
          <p:cNvPicPr>
            <a:picLocks noChangeAspect="1"/>
          </p:cNvPicPr>
          <p:nvPr/>
        </p:nvPicPr>
        <p:blipFill>
          <a:blip r:embed="rId1">
            <a:extLst>
              <a:ext uri="{28A0092B-C50C-407E-A947-70E740481C1C}">
                <a14:useLocalDpi xmlns:a14="http://schemas.microsoft.com/office/drawing/2010/main" val="0"/>
              </a:ext>
            </a:extLst>
          </a:blip>
          <a:srcRect r="48541"/>
          <a:stretch>
            <a:fillRect/>
          </a:stretch>
        </p:blipFill>
        <p:spPr bwMode="auto">
          <a:xfrm>
            <a:off x="419100" y="1224955"/>
            <a:ext cx="4437063" cy="4851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77" name="组合 117"/>
          <p:cNvGrpSpPr/>
          <p:nvPr/>
        </p:nvGrpSpPr>
        <p:grpSpPr bwMode="auto">
          <a:xfrm>
            <a:off x="8750300" y="0"/>
            <a:ext cx="3441700" cy="1308100"/>
            <a:chOff x="7213599" y="-2"/>
            <a:chExt cx="4978400" cy="1993901"/>
          </a:xfrm>
        </p:grpSpPr>
        <p:sp>
          <p:nvSpPr>
            <p:cNvPr id="117" name="任意多边形 116"/>
            <p:cNvSpPr/>
            <p:nvPr/>
          </p:nvSpPr>
          <p:spPr>
            <a:xfrm rot="10800000">
              <a:off x="7213599" y="-2"/>
              <a:ext cx="4978400" cy="1993901"/>
            </a:xfrm>
            <a:custGeom>
              <a:avLst/>
              <a:gdLst>
                <a:gd name="connsiteX0" fmla="*/ 4850924 w 4850924"/>
                <a:gd name="connsiteY0" fmla="*/ 1887546 h 1887546"/>
                <a:gd name="connsiteX1" fmla="*/ 0 w 4850924"/>
                <a:gd name="connsiteY1" fmla="*/ 1887546 h 1887546"/>
                <a:gd name="connsiteX2" fmla="*/ 0 w 4850924"/>
                <a:gd name="connsiteY2" fmla="*/ 224 h 1887546"/>
                <a:gd name="connsiteX3" fmla="*/ 2686004 w 4850924"/>
                <a:gd name="connsiteY3" fmla="*/ 0 h 1887546"/>
              </a:gdLst>
              <a:ahLst/>
              <a:cxnLst>
                <a:cxn ang="0">
                  <a:pos x="connsiteX0" y="connsiteY0"/>
                </a:cxn>
                <a:cxn ang="0">
                  <a:pos x="connsiteX1" y="connsiteY1"/>
                </a:cxn>
                <a:cxn ang="0">
                  <a:pos x="connsiteX2" y="connsiteY2"/>
                </a:cxn>
                <a:cxn ang="0">
                  <a:pos x="connsiteX3" y="connsiteY3"/>
                </a:cxn>
              </a:cxnLst>
              <a:rect l="l" t="t" r="r" b="b"/>
              <a:pathLst>
                <a:path w="4850924" h="1887546">
                  <a:moveTo>
                    <a:pt x="4850924" y="1887546"/>
                  </a:moveTo>
                  <a:lnTo>
                    <a:pt x="0" y="1887546"/>
                  </a:lnTo>
                  <a:lnTo>
                    <a:pt x="0" y="224"/>
                  </a:lnTo>
                  <a:lnTo>
                    <a:pt x="2686004" y="0"/>
                  </a:lnTo>
                  <a:close/>
                </a:path>
              </a:pathLst>
            </a:custGeom>
            <a:solidFill>
              <a:schemeClr val="bg1"/>
            </a:solidFill>
            <a:ln w="762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16" name="任意多边形 115"/>
            <p:cNvSpPr/>
            <p:nvPr/>
          </p:nvSpPr>
          <p:spPr>
            <a:xfrm rot="10800000">
              <a:off x="7342192" y="-2"/>
              <a:ext cx="4849807" cy="1887431"/>
            </a:xfrm>
            <a:custGeom>
              <a:avLst/>
              <a:gdLst>
                <a:gd name="connsiteX0" fmla="*/ 4850924 w 4850924"/>
                <a:gd name="connsiteY0" fmla="*/ 1887546 h 1887546"/>
                <a:gd name="connsiteX1" fmla="*/ 0 w 4850924"/>
                <a:gd name="connsiteY1" fmla="*/ 1887546 h 1887546"/>
                <a:gd name="connsiteX2" fmla="*/ 0 w 4850924"/>
                <a:gd name="connsiteY2" fmla="*/ 224 h 1887546"/>
                <a:gd name="connsiteX3" fmla="*/ 2686004 w 4850924"/>
                <a:gd name="connsiteY3" fmla="*/ 0 h 1887546"/>
              </a:gdLst>
              <a:ahLst/>
              <a:cxnLst>
                <a:cxn ang="0">
                  <a:pos x="connsiteX0" y="connsiteY0"/>
                </a:cxn>
                <a:cxn ang="0">
                  <a:pos x="connsiteX1" y="connsiteY1"/>
                </a:cxn>
                <a:cxn ang="0">
                  <a:pos x="connsiteX2" y="connsiteY2"/>
                </a:cxn>
                <a:cxn ang="0">
                  <a:pos x="connsiteX3" y="connsiteY3"/>
                </a:cxn>
              </a:cxnLst>
              <a:rect l="l" t="t" r="r" b="b"/>
              <a:pathLst>
                <a:path w="4850924" h="1887546">
                  <a:moveTo>
                    <a:pt x="4850924" y="1887546"/>
                  </a:moveTo>
                  <a:lnTo>
                    <a:pt x="0" y="1887546"/>
                  </a:lnTo>
                  <a:lnTo>
                    <a:pt x="0" y="224"/>
                  </a:lnTo>
                  <a:lnTo>
                    <a:pt x="2686004" y="0"/>
                  </a:lnTo>
                  <a:close/>
                </a:path>
              </a:pathLst>
            </a:custGeom>
            <a:solidFill>
              <a:srgbClr val="DCDCDC"/>
            </a:solidFill>
            <a:ln w="762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grpSp>
      <p:sp>
        <p:nvSpPr>
          <p:cNvPr id="3079" name="文本框 135"/>
          <p:cNvSpPr txBox="1">
            <a:spLocks noChangeArrowheads="1"/>
          </p:cNvSpPr>
          <p:nvPr/>
        </p:nvSpPr>
        <p:spPr bwMode="auto">
          <a:xfrm>
            <a:off x="5884863" y="2727325"/>
            <a:ext cx="5888037" cy="9220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5400" b="1" dirty="0">
                <a:solidFill>
                  <a:schemeClr val="bg1"/>
                </a:solidFill>
                <a:latin typeface="微软雅黑" panose="020B0503020204020204" pitchFamily="34" charset="-122"/>
                <a:ea typeface="微软雅黑" panose="020B0503020204020204" pitchFamily="34" charset="-122"/>
              </a:rPr>
              <a:t>LLM Basics</a:t>
            </a:r>
            <a:endParaRPr lang="en-US" altLang="en-AU" sz="5400" b="1" dirty="0">
              <a:solidFill>
                <a:schemeClr val="bg1"/>
              </a:solidFill>
              <a:latin typeface="微软雅黑" panose="020B0503020204020204" pitchFamily="34" charset="-122"/>
              <a:ea typeface="微软雅黑" panose="020B0503020204020204" pitchFamily="34" charset="-122"/>
            </a:endParaRPr>
          </a:p>
        </p:txBody>
      </p:sp>
      <p:sp>
        <p:nvSpPr>
          <p:cNvPr id="3080" name="文本框 136"/>
          <p:cNvSpPr txBox="1">
            <a:spLocks noChangeArrowheads="1"/>
          </p:cNvSpPr>
          <p:nvPr/>
        </p:nvSpPr>
        <p:spPr bwMode="auto">
          <a:xfrm>
            <a:off x="5911850" y="4037013"/>
            <a:ext cx="55594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r" eaLnBrk="1" hangingPunct="1"/>
            <a:r>
              <a:rPr lang="en-US" dirty="0">
                <a:solidFill>
                  <a:schemeClr val="bg1"/>
                </a:solidFill>
                <a:latin typeface="微软雅黑" panose="020B0503020204020204" pitchFamily="34" charset="-122"/>
                <a:ea typeface="微软雅黑" panose="020B0503020204020204" pitchFamily="34" charset="-122"/>
              </a:rPr>
              <a:t> </a:t>
            </a:r>
            <a:endParaRPr lang="en-US" dirty="0">
              <a:solidFill>
                <a:schemeClr val="bg1"/>
              </a:solidFill>
              <a:latin typeface="微软雅黑" panose="020B0503020204020204" pitchFamily="34" charset="-122"/>
              <a:ea typeface="微软雅黑" panose="020B0503020204020204" pitchFamily="34" charset="-122"/>
            </a:endParaRPr>
          </a:p>
        </p:txBody>
      </p:sp>
      <p:sp>
        <p:nvSpPr>
          <p:cNvPr id="3081" name="文本框 137"/>
          <p:cNvSpPr txBox="1">
            <a:spLocks noChangeArrowheads="1"/>
          </p:cNvSpPr>
          <p:nvPr/>
        </p:nvSpPr>
        <p:spPr bwMode="auto">
          <a:xfrm>
            <a:off x="5899150" y="3660775"/>
            <a:ext cx="559435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r" eaLnBrk="1" hangingPunct="1"/>
            <a:r>
              <a:rPr lang="en-US" altLang="zh-CN" dirty="0">
                <a:solidFill>
                  <a:schemeClr val="bg1"/>
                </a:solidFill>
                <a:latin typeface="微软雅黑" panose="020B0503020204020204" pitchFamily="34" charset="-122"/>
                <a:ea typeface="微软雅黑" panose="020B0503020204020204" pitchFamily="34" charset="-122"/>
              </a:rPr>
              <a:t>LLM Series by Max </a:t>
            </a:r>
            <a:r>
              <a:rPr lang="en-US" altLang="zh-CN" dirty="0">
                <a:solidFill>
                  <a:schemeClr val="bg1"/>
                </a:solidFill>
                <a:latin typeface="微软雅黑" panose="020B0503020204020204" pitchFamily="34" charset="-122"/>
                <a:ea typeface="微软雅黑" panose="020B0503020204020204" pitchFamily="34" charset="-122"/>
              </a:rPr>
              <a:t>Meng</a:t>
            </a:r>
            <a:endParaRPr lang="en-US" altLang="zh-CN"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7957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Large Language Models </a:t>
            </a:r>
            <a:endParaRPr lang="en-US" altLang="en-AU" sz="2000" b="1"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1"/>
          <a:stretch>
            <a:fillRect/>
          </a:stretch>
        </p:blipFill>
        <p:spPr>
          <a:xfrm>
            <a:off x="1729740" y="954405"/>
            <a:ext cx="7439025" cy="406717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7957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A Brief History</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759206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Understanding Languages is Challenging!</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390650" y="1457325"/>
            <a:ext cx="4705350" cy="1476375"/>
          </a:xfrm>
          <a:prstGeom prst="rect">
            <a:avLst/>
          </a:prstGeom>
        </p:spPr>
      </p:pic>
      <p:pic>
        <p:nvPicPr>
          <p:cNvPr id="5" name="图片 4"/>
          <p:cNvPicPr>
            <a:picLocks noChangeAspect="1"/>
          </p:cNvPicPr>
          <p:nvPr/>
        </p:nvPicPr>
        <p:blipFill>
          <a:blip r:embed="rId2"/>
          <a:stretch>
            <a:fillRect/>
          </a:stretch>
        </p:blipFill>
        <p:spPr>
          <a:xfrm>
            <a:off x="4302125" y="3854450"/>
            <a:ext cx="6905625" cy="2438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2657475"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What did right?</a:t>
            </a:r>
            <a:endParaRPr lang="en-US" altLang="en-AU" sz="2000" b="1" dirty="0">
              <a:latin typeface="微软雅黑" panose="020B0503020204020204" pitchFamily="34" charset="-122"/>
              <a:ea typeface="微软雅黑" panose="020B0503020204020204" pitchFamily="34" charset="-122"/>
            </a:endParaRPr>
          </a:p>
        </p:txBody>
      </p:sp>
      <p:pic>
        <p:nvPicPr>
          <p:cNvPr id="7" name="图片 6"/>
          <p:cNvPicPr>
            <a:picLocks noChangeAspect="1"/>
          </p:cNvPicPr>
          <p:nvPr/>
        </p:nvPicPr>
        <p:blipFill>
          <a:blip r:embed="rId1"/>
          <a:stretch>
            <a:fillRect/>
          </a:stretch>
        </p:blipFill>
        <p:spPr>
          <a:xfrm>
            <a:off x="2385695" y="1552575"/>
            <a:ext cx="7419975" cy="37528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2657475"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What did right?</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2518410" y="1428750"/>
            <a:ext cx="4657725" cy="1333500"/>
          </a:xfrm>
          <a:prstGeom prst="rect">
            <a:avLst/>
          </a:prstGeom>
        </p:spPr>
      </p:pic>
      <p:pic>
        <p:nvPicPr>
          <p:cNvPr id="6" name="图片 5"/>
          <p:cNvPicPr>
            <a:picLocks noChangeAspect="1"/>
          </p:cNvPicPr>
          <p:nvPr/>
        </p:nvPicPr>
        <p:blipFill>
          <a:blip r:embed="rId2"/>
          <a:stretch>
            <a:fillRect/>
          </a:stretch>
        </p:blipFill>
        <p:spPr>
          <a:xfrm>
            <a:off x="2642870" y="4004310"/>
            <a:ext cx="5467350" cy="19621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2657475"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Transformer</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352675" y="1433195"/>
            <a:ext cx="7486650" cy="39909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1052830" y="2371090"/>
            <a:ext cx="5995670" cy="1151890"/>
          </a:xfrm>
        </p:spPr>
        <p:txBody>
          <a:bodyPr>
            <a:normAutofit/>
          </a:bodyPr>
          <a:lstStyle/>
          <a:p>
            <a:r>
              <a:rPr lang="en-US" altLang="zh-CN" sz="4400"/>
              <a:t>Prompt Engineering    </a:t>
            </a:r>
            <a:endParaRPr lang="en-US" altLang="zh-CN" sz="4400"/>
          </a:p>
        </p:txBody>
      </p:sp>
      <p:sp>
        <p:nvSpPr>
          <p:cNvPr id="6" name="节编号"/>
          <p:cNvSpPr>
            <a:spLocks noGrp="1"/>
          </p:cNvSpPr>
          <p:nvPr>
            <p:ph type="body" sz="quarter" idx="13"/>
            <p:custDataLst>
              <p:tags r:id="rId2"/>
            </p:custDataLst>
          </p:nvPr>
        </p:nvSpPr>
        <p:spPr/>
        <p:txBody>
          <a:bodyPr>
            <a:normAutofit fontScale="85000" lnSpcReduction="10000"/>
          </a:bodyPr>
          <a:lstStyle/>
          <a:p>
            <a:r>
              <a:rPr lang="zh-CN" altLang="en-US"/>
              <a:t>01</a:t>
            </a:r>
            <a:endParaRPr lang="zh-CN" altLang="en-US"/>
          </a:p>
        </p:txBody>
      </p:sp>
    </p:spTree>
    <p:custDataLst>
      <p:tags r:id="rId3"/>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Prompt and Prompt Engineering</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2276475" y="1457325"/>
            <a:ext cx="7639050" cy="39433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Prompt and Prompt Engineering</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395220" y="1581150"/>
            <a:ext cx="7400925" cy="36957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96275"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sym typeface="+mn-ea"/>
              </a:rPr>
              <a:t>In-Context Learning (ICL) - Zero Short Inference</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376170" y="2233295"/>
            <a:ext cx="7439025" cy="239077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7722235"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In-Context Learning (ICL) - One/Few Short Inference</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2276475" y="1457325"/>
            <a:ext cx="7639050" cy="39433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Summary of In-Context Learning (ICL)</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366645" y="1766570"/>
            <a:ext cx="7458075" cy="332422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1052830" y="2371090"/>
            <a:ext cx="5995670" cy="1151890"/>
          </a:xfrm>
        </p:spPr>
        <p:txBody>
          <a:bodyPr>
            <a:normAutofit/>
          </a:bodyPr>
          <a:lstStyle/>
          <a:p>
            <a:r>
              <a:rPr lang="en-US" altLang="zh-CN" sz="4400"/>
              <a:t>LLM Configuration</a:t>
            </a:r>
            <a:endParaRPr lang="en-US" altLang="zh-CN" sz="4400"/>
          </a:p>
        </p:txBody>
      </p:sp>
      <p:sp>
        <p:nvSpPr>
          <p:cNvPr id="6" name="节编号"/>
          <p:cNvSpPr>
            <a:spLocks noGrp="1"/>
          </p:cNvSpPr>
          <p:nvPr>
            <p:ph type="body" sz="quarter" idx="13"/>
            <p:custDataLst>
              <p:tags r:id="rId2"/>
            </p:custDataLst>
          </p:nvPr>
        </p:nvSpPr>
        <p:spPr/>
        <p:txBody>
          <a:bodyPr>
            <a:normAutofit fontScale="75000" lnSpcReduction="10000"/>
          </a:bodyPr>
          <a:lstStyle/>
          <a:p>
            <a:r>
              <a:rPr lang="zh-CN" altLang="en-US"/>
              <a:t>0</a:t>
            </a:r>
            <a:r>
              <a:rPr lang="en-US" altLang="zh-CN"/>
              <a:t>2</a:t>
            </a:r>
            <a:endParaRPr lang="en-US" altLang="zh-CN"/>
          </a:p>
        </p:txBody>
      </p:sp>
    </p:spTree>
    <p:custDataLst>
      <p:tags r:id="rId3"/>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Inference Parameters</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3052445" y="1885950"/>
            <a:ext cx="6086475" cy="30861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Inference Parameters - Max New Tokens</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143125" y="1533525"/>
            <a:ext cx="7905750" cy="37909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7920355"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Inference Parameters - </a:t>
            </a:r>
            <a:r>
              <a:rPr lang="en-US" altLang="en-AU" sz="2000" b="1" dirty="0">
                <a:latin typeface="微软雅黑" panose="020B0503020204020204" pitchFamily="34" charset="-122"/>
                <a:ea typeface="微软雅黑" panose="020B0503020204020204" pitchFamily="34" charset="-122"/>
              </a:rPr>
              <a:t>Greedy vs. Random Sampling</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509520" y="1676400"/>
            <a:ext cx="7172325" cy="3505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Inference Parameters - Top K </a:t>
            </a:r>
            <a:r>
              <a:rPr lang="en-US" altLang="en-AU" sz="2000" b="1" dirty="0">
                <a:latin typeface="微软雅黑" panose="020B0503020204020204" pitchFamily="34" charset="-122"/>
                <a:ea typeface="微软雅黑" panose="020B0503020204020204" pitchFamily="34" charset="-122"/>
              </a:rPr>
              <a:t>Sampling</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109470" y="1771650"/>
            <a:ext cx="7972425" cy="33147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Inference Parameters - T</a:t>
            </a:r>
            <a:r>
              <a:rPr lang="en-US" altLang="en-AU" sz="2000" b="1" dirty="0">
                <a:latin typeface="微软雅黑" panose="020B0503020204020204" pitchFamily="34" charset="-122"/>
                <a:ea typeface="微软雅黑" panose="020B0503020204020204" pitchFamily="34" charset="-122"/>
              </a:rPr>
              <a:t>emperature</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2261870" y="1814195"/>
            <a:ext cx="7667625" cy="322897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1052830" y="2371090"/>
            <a:ext cx="5995670" cy="1151890"/>
          </a:xfrm>
        </p:spPr>
        <p:txBody>
          <a:bodyPr>
            <a:normAutofit fontScale="90000"/>
          </a:bodyPr>
          <a:lstStyle/>
          <a:p>
            <a:r>
              <a:rPr lang="en-US" altLang="zh-CN" sz="4400"/>
              <a:t>GenAI Project Lifecycle</a:t>
            </a:r>
            <a:endParaRPr lang="en-US" altLang="zh-CN" sz="4400"/>
          </a:p>
        </p:txBody>
      </p:sp>
      <p:sp>
        <p:nvSpPr>
          <p:cNvPr id="6" name="节编号"/>
          <p:cNvSpPr>
            <a:spLocks noGrp="1"/>
          </p:cNvSpPr>
          <p:nvPr>
            <p:ph type="body" sz="quarter" idx="13"/>
            <p:custDataLst>
              <p:tags r:id="rId2"/>
            </p:custDataLst>
          </p:nvPr>
        </p:nvSpPr>
        <p:spPr/>
        <p:txBody>
          <a:bodyPr>
            <a:normAutofit fontScale="75000" lnSpcReduction="10000"/>
          </a:bodyPr>
          <a:lstStyle/>
          <a:p>
            <a:r>
              <a:rPr lang="zh-CN" altLang="en-US"/>
              <a:t>0</a:t>
            </a:r>
            <a:r>
              <a:rPr lang="en-US" altLang="zh-CN"/>
              <a:t>3</a:t>
            </a:r>
            <a:endParaRPr lang="en-US" altLang="zh-CN"/>
          </a:p>
        </p:txBody>
      </p:sp>
    </p:spTree>
    <p:custDataLst>
      <p:tags r:id="rId3"/>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GenAI Project Lifecycle</a:t>
            </a:r>
            <a:endParaRPr lang="en-US" altLang="en-AU" sz="2000" b="1" dirty="0">
              <a:latin typeface="微软雅黑" panose="020B0503020204020204" pitchFamily="34" charset="-122"/>
              <a:ea typeface="微软雅黑" panose="020B0503020204020204" pitchFamily="34" charset="-122"/>
            </a:endParaRPr>
          </a:p>
        </p:txBody>
      </p:sp>
      <p:sp>
        <p:nvSpPr>
          <p:cNvPr id="44" name="燕尾形 43"/>
          <p:cNvSpPr/>
          <p:nvPr/>
        </p:nvSpPr>
        <p:spPr>
          <a:xfrm>
            <a:off x="911860" y="1280795"/>
            <a:ext cx="1720215" cy="354965"/>
          </a:xfrm>
          <a:prstGeom prst="chevron">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Scope</a:t>
            </a:r>
            <a:endParaRPr lang="en-US" altLang="zh-CN"/>
          </a:p>
        </p:txBody>
      </p:sp>
      <p:sp>
        <p:nvSpPr>
          <p:cNvPr id="46" name="燕尾形 45"/>
          <p:cNvSpPr/>
          <p:nvPr/>
        </p:nvSpPr>
        <p:spPr>
          <a:xfrm>
            <a:off x="2632075" y="1280795"/>
            <a:ext cx="1720215" cy="354965"/>
          </a:xfrm>
          <a:prstGeom prst="chevron">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Select</a:t>
            </a:r>
            <a:endParaRPr lang="en-US" altLang="zh-CN"/>
          </a:p>
        </p:txBody>
      </p:sp>
      <p:sp>
        <p:nvSpPr>
          <p:cNvPr id="48" name="燕尾形 47"/>
          <p:cNvSpPr/>
          <p:nvPr/>
        </p:nvSpPr>
        <p:spPr>
          <a:xfrm>
            <a:off x="4352290" y="1280795"/>
            <a:ext cx="3440430" cy="354965"/>
          </a:xfrm>
          <a:prstGeom prst="chevron">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Modeling</a:t>
            </a:r>
            <a:endParaRPr lang="en-US" altLang="zh-CN"/>
          </a:p>
        </p:txBody>
      </p:sp>
      <p:sp>
        <p:nvSpPr>
          <p:cNvPr id="50" name="燕尾形 49"/>
          <p:cNvSpPr/>
          <p:nvPr/>
        </p:nvSpPr>
        <p:spPr>
          <a:xfrm>
            <a:off x="7792720" y="1280795"/>
            <a:ext cx="3440430" cy="354965"/>
          </a:xfrm>
          <a:prstGeom prst="chevron">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Integration</a:t>
            </a:r>
            <a:endParaRPr lang="en-US" altLang="zh-CN"/>
          </a:p>
        </p:txBody>
      </p:sp>
      <p:sp>
        <p:nvSpPr>
          <p:cNvPr id="51" name="矩形 50"/>
          <p:cNvSpPr/>
          <p:nvPr/>
        </p:nvSpPr>
        <p:spPr>
          <a:xfrm>
            <a:off x="911860" y="1741170"/>
            <a:ext cx="1621155" cy="237426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Define the usecase</a:t>
            </a:r>
            <a:endParaRPr lang="en-US" altLang="zh-CN"/>
          </a:p>
        </p:txBody>
      </p:sp>
      <p:sp>
        <p:nvSpPr>
          <p:cNvPr id="58" name="矩形 57"/>
          <p:cNvSpPr/>
          <p:nvPr/>
        </p:nvSpPr>
        <p:spPr>
          <a:xfrm>
            <a:off x="2632075" y="1741170"/>
            <a:ext cx="1621155" cy="237426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Choose an existing model or pretain your own</a:t>
            </a:r>
            <a:endParaRPr lang="en-US" altLang="zh-CN"/>
          </a:p>
        </p:txBody>
      </p:sp>
      <p:sp>
        <p:nvSpPr>
          <p:cNvPr id="59" name="矩形 58"/>
          <p:cNvSpPr/>
          <p:nvPr/>
        </p:nvSpPr>
        <p:spPr>
          <a:xfrm>
            <a:off x="4352290" y="1741170"/>
            <a:ext cx="1621155" cy="90995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Prompt Engineering</a:t>
            </a:r>
            <a:endParaRPr lang="en-US" altLang="zh-CN"/>
          </a:p>
        </p:txBody>
      </p:sp>
      <p:sp>
        <p:nvSpPr>
          <p:cNvPr id="60" name="矩形 59"/>
          <p:cNvSpPr/>
          <p:nvPr/>
        </p:nvSpPr>
        <p:spPr>
          <a:xfrm>
            <a:off x="4352290" y="2756535"/>
            <a:ext cx="1621155" cy="90995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Fine-Tuning</a:t>
            </a:r>
            <a:endParaRPr lang="en-US" altLang="zh-CN"/>
          </a:p>
        </p:txBody>
      </p:sp>
      <p:sp>
        <p:nvSpPr>
          <p:cNvPr id="61" name="矩形 60"/>
          <p:cNvSpPr/>
          <p:nvPr/>
        </p:nvSpPr>
        <p:spPr>
          <a:xfrm>
            <a:off x="4352290" y="3771900"/>
            <a:ext cx="1621155" cy="90995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Align with Human Feedback</a:t>
            </a:r>
            <a:endParaRPr lang="en-US" altLang="zh-CN"/>
          </a:p>
        </p:txBody>
      </p:sp>
      <p:sp>
        <p:nvSpPr>
          <p:cNvPr id="62" name="矩形 61"/>
          <p:cNvSpPr/>
          <p:nvPr/>
        </p:nvSpPr>
        <p:spPr>
          <a:xfrm>
            <a:off x="6072505" y="1741170"/>
            <a:ext cx="1621155" cy="294068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Evaluation</a:t>
            </a:r>
            <a:endParaRPr lang="en-US" altLang="zh-CN"/>
          </a:p>
        </p:txBody>
      </p:sp>
      <p:sp>
        <p:nvSpPr>
          <p:cNvPr id="63" name="矩形 62"/>
          <p:cNvSpPr/>
          <p:nvPr/>
        </p:nvSpPr>
        <p:spPr>
          <a:xfrm>
            <a:off x="7792720" y="1741170"/>
            <a:ext cx="1621155" cy="294068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Optimize and Deploy model for Inference</a:t>
            </a:r>
            <a:endParaRPr lang="en-US" altLang="zh-CN"/>
          </a:p>
        </p:txBody>
      </p:sp>
      <p:sp>
        <p:nvSpPr>
          <p:cNvPr id="64" name="矩形 63"/>
          <p:cNvSpPr/>
          <p:nvPr/>
        </p:nvSpPr>
        <p:spPr>
          <a:xfrm>
            <a:off x="9512935" y="1741170"/>
            <a:ext cx="1621155" cy="294068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Augment Model and build LLM-powered applications</a:t>
            </a:r>
            <a:endParaRPr lang="en-US" altLang="zh-C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Tasks</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2286000" y="1661795"/>
            <a:ext cx="7620000" cy="353377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Step 1 - Choose Your Model</a:t>
            </a:r>
            <a:endParaRPr lang="en-US" altLang="en-AU" sz="2000" b="1" dirty="0">
              <a:latin typeface="微软雅黑" panose="020B0503020204020204" pitchFamily="34" charset="-122"/>
              <a:ea typeface="微软雅黑" panose="020B0503020204020204" pitchFamily="34" charset="-122"/>
            </a:endParaRPr>
          </a:p>
        </p:txBody>
      </p:sp>
      <p:sp>
        <p:nvSpPr>
          <p:cNvPr id="11" name="椭圆 10"/>
          <p:cNvSpPr/>
          <p:nvPr>
            <p:custDataLst>
              <p:tags r:id="rId1"/>
            </p:custDataLst>
          </p:nvPr>
        </p:nvSpPr>
        <p:spPr>
          <a:xfrm>
            <a:off x="5099685" y="3177223"/>
            <a:ext cx="1992630" cy="1992630"/>
          </a:xfrm>
          <a:prstGeom prst="ellipse">
            <a:avLst/>
          </a:prstGeom>
          <a:gradFill>
            <a:gsLst>
              <a:gs pos="0">
                <a:schemeClr val="accent1">
                  <a:alpha val="100000"/>
                </a:schemeClr>
              </a:gs>
              <a:gs pos="100000">
                <a:schemeClr val="accent1">
                  <a:lumMod val="80000"/>
                  <a:lumOff val="20000"/>
                  <a:alpha val="100000"/>
                </a:schemeClr>
              </a:gs>
            </a:gsLst>
            <a:lin ang="13500000"/>
          </a:gradFill>
          <a:ln w="19050">
            <a:gradFill>
              <a:gsLst>
                <a:gs pos="100000">
                  <a:srgbClr val="FFFFFF">
                    <a:alpha val="0"/>
                  </a:srgbClr>
                </a:gs>
                <a:gs pos="0">
                  <a:srgbClr val="FFFFFF"/>
                </a:gs>
              </a:gsLst>
              <a:lin ang="16200000" scaled="1"/>
            </a:gradFill>
          </a:ln>
          <a:effectLst>
            <a:outerShdw blurRad="215900" dist="114300" dir="5400000" algn="t"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en-US" altLang="zh-CN" b="1" dirty="0">
                <a:solidFill>
                  <a:srgbClr val="FFFFFF"/>
                </a:solidFill>
                <a:latin typeface="微软雅黑" panose="020B0503020204020204" pitchFamily="34" charset="-122"/>
                <a:ea typeface="微软雅黑" panose="020B0503020204020204" pitchFamily="34" charset="-122"/>
                <a:cs typeface="+mn-lt"/>
                <a:sym typeface="+mn-ea"/>
              </a:rPr>
              <a:t>Foundation Model</a:t>
            </a:r>
            <a:endParaRPr lang="en-US" altLang="zh-CN" b="1" dirty="0">
              <a:solidFill>
                <a:srgbClr val="FFFFFF"/>
              </a:solidFill>
              <a:latin typeface="微软雅黑" panose="020B0503020204020204" pitchFamily="34" charset="-122"/>
              <a:ea typeface="微软雅黑" panose="020B0503020204020204" pitchFamily="34" charset="-122"/>
              <a:cs typeface="+mn-lt"/>
              <a:sym typeface="+mn-ea"/>
            </a:endParaRPr>
          </a:p>
        </p:txBody>
      </p:sp>
      <p:sp>
        <p:nvSpPr>
          <p:cNvPr id="31" name="弧形 30"/>
          <p:cNvSpPr/>
          <p:nvPr>
            <p:custDataLst>
              <p:tags r:id="rId2"/>
            </p:custDataLst>
          </p:nvPr>
        </p:nvSpPr>
        <p:spPr>
          <a:xfrm rot="20460000">
            <a:off x="4940935" y="3046413"/>
            <a:ext cx="2311400" cy="2311400"/>
          </a:xfrm>
          <a:prstGeom prst="arc">
            <a:avLst>
              <a:gd name="adj1" fmla="val 13075779"/>
              <a:gd name="adj2" fmla="val 0"/>
            </a:avLst>
          </a:prstGeom>
          <a:ln>
            <a:gradFill>
              <a:gsLst>
                <a:gs pos="100000">
                  <a:schemeClr val="accent1">
                    <a:alpha val="5000"/>
                  </a:schemeClr>
                </a:gs>
                <a:gs pos="0">
                  <a:schemeClr val="accent1">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latin typeface="微软雅黑" panose="020B0503020204020204" pitchFamily="34" charset="-122"/>
              <a:ea typeface="微软雅黑" panose="020B0503020204020204" pitchFamily="34" charset="-122"/>
              <a:cs typeface="+mn-lt"/>
            </a:endParaRPr>
          </a:p>
        </p:txBody>
      </p:sp>
      <p:sp>
        <p:nvSpPr>
          <p:cNvPr id="37" name="弧形 36"/>
          <p:cNvSpPr/>
          <p:nvPr>
            <p:custDataLst>
              <p:tags r:id="rId3"/>
            </p:custDataLst>
          </p:nvPr>
        </p:nvSpPr>
        <p:spPr>
          <a:xfrm rot="9660000">
            <a:off x="4940935" y="3017838"/>
            <a:ext cx="2311400" cy="2311400"/>
          </a:xfrm>
          <a:prstGeom prst="arc">
            <a:avLst>
              <a:gd name="adj1" fmla="val 13075779"/>
              <a:gd name="adj2" fmla="val 0"/>
            </a:avLst>
          </a:prstGeom>
          <a:ln>
            <a:gradFill>
              <a:gsLst>
                <a:gs pos="100000">
                  <a:schemeClr val="accent1">
                    <a:alpha val="5000"/>
                  </a:schemeClr>
                </a:gs>
                <a:gs pos="0">
                  <a:schemeClr val="accent1">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latin typeface="微软雅黑" panose="020B0503020204020204" pitchFamily="34" charset="-122"/>
              <a:ea typeface="微软雅黑" panose="020B0503020204020204" pitchFamily="34" charset="-122"/>
              <a:cs typeface="+mn-lt"/>
              <a:sym typeface="+mn-ea"/>
            </a:endParaRPr>
          </a:p>
        </p:txBody>
      </p:sp>
      <p:sp>
        <p:nvSpPr>
          <p:cNvPr id="40" name="椭圆 39"/>
          <p:cNvSpPr/>
          <p:nvPr>
            <p:custDataLst>
              <p:tags r:id="rId4"/>
            </p:custDataLst>
          </p:nvPr>
        </p:nvSpPr>
        <p:spPr>
          <a:xfrm>
            <a:off x="4812665" y="2889568"/>
            <a:ext cx="2567940" cy="2567940"/>
          </a:xfrm>
          <a:prstGeom prst="ellipse">
            <a:avLst/>
          </a:prstGeom>
          <a:noFill/>
          <a:ln w="44450">
            <a:gradFill>
              <a:gsLst>
                <a:gs pos="99000">
                  <a:schemeClr val="accent1">
                    <a:alpha val="21000"/>
                  </a:schemeClr>
                </a:gs>
                <a:gs pos="0">
                  <a:schemeClr val="accent1">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微软雅黑" panose="020B0503020204020204" pitchFamily="34" charset="-122"/>
              <a:ea typeface="微软雅黑" panose="020B0503020204020204" pitchFamily="34" charset="-122"/>
              <a:cs typeface="+mn-lt"/>
              <a:sym typeface="+mn-ea"/>
            </a:endParaRPr>
          </a:p>
        </p:txBody>
      </p:sp>
      <p:sp>
        <p:nvSpPr>
          <p:cNvPr id="41" name="椭圆 40"/>
          <p:cNvSpPr/>
          <p:nvPr>
            <p:custDataLst>
              <p:tags r:id="rId5"/>
            </p:custDataLst>
          </p:nvPr>
        </p:nvSpPr>
        <p:spPr>
          <a:xfrm>
            <a:off x="4655820" y="2761298"/>
            <a:ext cx="2881630" cy="2881630"/>
          </a:xfrm>
          <a:prstGeom prst="ellipse">
            <a:avLst/>
          </a:prstGeom>
          <a:noFill/>
          <a:ln w="44450">
            <a:gradFill>
              <a:gsLst>
                <a:gs pos="100000">
                  <a:schemeClr val="accent1">
                    <a:alpha val="4000"/>
                  </a:schemeClr>
                </a:gs>
                <a:gs pos="0">
                  <a:schemeClr val="accent1">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微软雅黑" panose="020B0503020204020204" pitchFamily="34" charset="-122"/>
              <a:ea typeface="微软雅黑" panose="020B0503020204020204" pitchFamily="34" charset="-122"/>
              <a:cs typeface="+mn-lt"/>
              <a:sym typeface="+mn-ea"/>
            </a:endParaRPr>
          </a:p>
        </p:txBody>
      </p:sp>
      <p:sp>
        <p:nvSpPr>
          <p:cNvPr id="9" name="图形 4"/>
          <p:cNvSpPr/>
          <p:nvPr>
            <p:custDataLst>
              <p:tags r:id="rId6"/>
            </p:custDataLst>
          </p:nvPr>
        </p:nvSpPr>
        <p:spPr>
          <a:xfrm>
            <a:off x="9601200" y="2046288"/>
            <a:ext cx="944642" cy="4255294"/>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2">
                    <a:lumMod val="20000"/>
                    <a:lumOff val="80000"/>
                    <a:alpha val="0"/>
                  </a:schemeClr>
                </a:gs>
                <a:gs pos="0">
                  <a:schemeClr val="accent2">
                    <a:lumMod val="20000"/>
                    <a:lumOff val="80000"/>
                    <a:alpha val="0"/>
                  </a:schemeClr>
                </a:gs>
                <a:gs pos="70000">
                  <a:schemeClr val="accent2">
                    <a:lumMod val="60000"/>
                    <a:lumOff val="40000"/>
                    <a:alpha val="100000"/>
                  </a:schemeClr>
                </a:gs>
                <a:gs pos="30000">
                  <a:schemeClr val="accent2">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latin typeface="微软雅黑" panose="020B0503020204020204" pitchFamily="34" charset="-122"/>
              <a:ea typeface="微软雅黑" panose="020B0503020204020204" pitchFamily="34" charset="-122"/>
              <a:cs typeface="+mn-lt"/>
              <a:sym typeface="+mn-ea"/>
            </a:endParaRPr>
          </a:p>
        </p:txBody>
      </p:sp>
      <p:sp>
        <p:nvSpPr>
          <p:cNvPr id="10" name="图形 4"/>
          <p:cNvSpPr/>
          <p:nvPr>
            <p:custDataLst>
              <p:tags r:id="rId7"/>
            </p:custDataLst>
          </p:nvPr>
        </p:nvSpPr>
        <p:spPr>
          <a:xfrm flipH="1">
            <a:off x="1647190" y="2046923"/>
            <a:ext cx="944642" cy="4255294"/>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2">
                    <a:lumMod val="20000"/>
                    <a:lumOff val="80000"/>
                    <a:alpha val="0"/>
                  </a:schemeClr>
                </a:gs>
                <a:gs pos="0">
                  <a:schemeClr val="accent2">
                    <a:lumMod val="20000"/>
                    <a:lumOff val="80000"/>
                    <a:alpha val="0"/>
                  </a:schemeClr>
                </a:gs>
                <a:gs pos="70000">
                  <a:schemeClr val="accent2">
                    <a:lumMod val="60000"/>
                    <a:lumOff val="40000"/>
                    <a:alpha val="100000"/>
                  </a:schemeClr>
                </a:gs>
                <a:gs pos="30000">
                  <a:schemeClr val="accent2">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latin typeface="微软雅黑" panose="020B0503020204020204" pitchFamily="34" charset="-122"/>
              <a:ea typeface="微软雅黑" panose="020B0503020204020204" pitchFamily="34" charset="-122"/>
              <a:cs typeface="+mn-lt"/>
              <a:sym typeface="+mn-ea"/>
            </a:endParaRPr>
          </a:p>
        </p:txBody>
      </p:sp>
      <p:sp>
        <p:nvSpPr>
          <p:cNvPr id="12" name="椭圆 11"/>
          <p:cNvSpPr/>
          <p:nvPr>
            <p:custDataLst>
              <p:tags r:id="rId8"/>
            </p:custDataLst>
          </p:nvPr>
        </p:nvSpPr>
        <p:spPr>
          <a:xfrm>
            <a:off x="1362075" y="3865563"/>
            <a:ext cx="609600" cy="609600"/>
          </a:xfrm>
          <a:prstGeom prst="ellipse">
            <a:avLst/>
          </a:prstGeom>
          <a:gradFill>
            <a:gsLst>
              <a:gs pos="0">
                <a:schemeClr val="accent1">
                  <a:alpha val="100000"/>
                </a:schemeClr>
              </a:gs>
              <a:gs pos="100000">
                <a:schemeClr val="accent1">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1">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微软雅黑" panose="020B0503020204020204" pitchFamily="34" charset="-122"/>
              <a:ea typeface="微软雅黑" panose="020B0503020204020204" pitchFamily="34" charset="-122"/>
              <a:cs typeface="+mn-lt"/>
              <a:sym typeface="+mn-ea"/>
            </a:endParaRPr>
          </a:p>
        </p:txBody>
      </p:sp>
      <p:sp>
        <p:nvSpPr>
          <p:cNvPr id="13" name="矩形 12"/>
          <p:cNvSpPr/>
          <p:nvPr>
            <p:custDataLst>
              <p:tags r:id="rId9"/>
            </p:custDataLst>
          </p:nvPr>
        </p:nvSpPr>
        <p:spPr>
          <a:xfrm>
            <a:off x="2210435" y="3449638"/>
            <a:ext cx="2232660" cy="699135"/>
          </a:xfrm>
          <a:prstGeom prst="rect">
            <a:avLst/>
          </a:prstGeom>
          <a:noFill/>
        </p:spPr>
        <p:txBody>
          <a:bodyPr wrap="square" lIns="0" tIns="0" rIns="0" bIns="0" rtlCol="0" anchor="b">
            <a:noAutofit/>
          </a:bodyPr>
          <a:lstStyle/>
          <a:p>
            <a:pPr>
              <a:spcBef>
                <a:spcPct val="0"/>
              </a:spcBef>
              <a:spcAft>
                <a:spcPct val="0"/>
              </a:spcAft>
            </a:pPr>
            <a:r>
              <a:rPr lang="en-US" altLang="zh-CN" b="1" dirty="0">
                <a:solidFill>
                  <a:schemeClr val="accent1"/>
                </a:solidFill>
                <a:latin typeface="微软雅黑" panose="020B0503020204020204" pitchFamily="34" charset="-122"/>
                <a:ea typeface="微软雅黑" panose="020B0503020204020204" pitchFamily="34" charset="-122"/>
                <a:cs typeface="+mn-lt"/>
                <a:sym typeface="+mn-ea"/>
              </a:rPr>
              <a:t>Pretrained LLM</a:t>
            </a:r>
            <a:endParaRPr lang="en-US" altLang="zh-CN" b="1" dirty="0">
              <a:solidFill>
                <a:schemeClr val="accent1"/>
              </a:solidFill>
              <a:latin typeface="微软雅黑" panose="020B0503020204020204" pitchFamily="34" charset="-122"/>
              <a:ea typeface="微软雅黑" panose="020B0503020204020204" pitchFamily="34" charset="-122"/>
              <a:cs typeface="+mn-lt"/>
              <a:sym typeface="+mn-ea"/>
            </a:endParaRPr>
          </a:p>
        </p:txBody>
      </p:sp>
      <p:sp>
        <p:nvSpPr>
          <p:cNvPr id="17" name="矩形 16"/>
          <p:cNvSpPr/>
          <p:nvPr>
            <p:custDataLst>
              <p:tags r:id="rId10"/>
            </p:custDataLst>
          </p:nvPr>
        </p:nvSpPr>
        <p:spPr>
          <a:xfrm>
            <a:off x="2210435" y="4189413"/>
            <a:ext cx="2232660" cy="674370"/>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4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ea"/>
              </a:rPr>
              <a:t>单击此处输入你的智能图</a:t>
            </a:r>
            <a:endParaRPr lang="zh-CN" altLang="en-US" sz="14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ea"/>
            </a:endParaRPr>
          </a:p>
          <a:p>
            <a:pPr>
              <a:lnSpc>
                <a:spcPct val="130000"/>
              </a:lnSpc>
              <a:spcBef>
                <a:spcPct val="0"/>
              </a:spcBef>
              <a:spcAft>
                <a:spcPct val="0"/>
              </a:spcAft>
            </a:pPr>
            <a:r>
              <a:rPr lang="zh-CN" altLang="en-US" sz="14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ea"/>
              </a:rPr>
              <a:t>形项正文内容</a:t>
            </a:r>
            <a:endParaRPr lang="zh-CN" altLang="en-US" sz="14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ea"/>
            </a:endParaRPr>
          </a:p>
        </p:txBody>
      </p:sp>
      <p:sp>
        <p:nvSpPr>
          <p:cNvPr id="18" name="椭圆 17"/>
          <p:cNvSpPr/>
          <p:nvPr>
            <p:custDataLst>
              <p:tags r:id="rId11"/>
            </p:custDataLst>
          </p:nvPr>
        </p:nvSpPr>
        <p:spPr>
          <a:xfrm>
            <a:off x="10220325" y="3868738"/>
            <a:ext cx="609600" cy="609600"/>
          </a:xfrm>
          <a:prstGeom prst="ellipse">
            <a:avLst/>
          </a:prstGeom>
          <a:gradFill>
            <a:gsLst>
              <a:gs pos="0">
                <a:schemeClr val="accent2">
                  <a:alpha val="100000"/>
                </a:schemeClr>
              </a:gs>
              <a:gs pos="100000">
                <a:schemeClr val="accent2">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2">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微软雅黑" panose="020B0503020204020204" pitchFamily="34" charset="-122"/>
              <a:ea typeface="微软雅黑" panose="020B0503020204020204" pitchFamily="34" charset="-122"/>
              <a:cs typeface="+mn-lt"/>
              <a:sym typeface="+mn-ea"/>
            </a:endParaRPr>
          </a:p>
        </p:txBody>
      </p:sp>
      <p:sp>
        <p:nvSpPr>
          <p:cNvPr id="28" name="矩形 27"/>
          <p:cNvSpPr/>
          <p:nvPr>
            <p:custDataLst>
              <p:tags r:id="rId12"/>
            </p:custDataLst>
          </p:nvPr>
        </p:nvSpPr>
        <p:spPr>
          <a:xfrm>
            <a:off x="7847330" y="3449638"/>
            <a:ext cx="2251075" cy="69913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2"/>
                </a:solidFill>
                <a:latin typeface="微软雅黑" panose="020B0503020204020204" pitchFamily="34" charset="-122"/>
                <a:ea typeface="微软雅黑" panose="020B0503020204020204" pitchFamily="34" charset="-122"/>
                <a:cs typeface="+mn-lt"/>
                <a:sym typeface="+mn-ea"/>
              </a:rPr>
              <a:t>Fine-Tune LLM</a:t>
            </a:r>
            <a:endParaRPr lang="en-US" altLang="zh-CN" b="1" dirty="0">
              <a:solidFill>
                <a:schemeClr val="accent2"/>
              </a:solidFill>
              <a:latin typeface="微软雅黑" panose="020B0503020204020204" pitchFamily="34" charset="-122"/>
              <a:ea typeface="微软雅黑" panose="020B0503020204020204" pitchFamily="34" charset="-122"/>
              <a:cs typeface="+mn-lt"/>
              <a:sym typeface="+mn-ea"/>
            </a:endParaRPr>
          </a:p>
        </p:txBody>
      </p:sp>
      <p:pic>
        <p:nvPicPr>
          <p:cNvPr id="29" name="图片 12" descr="343439383331313b343532303032383bbfcdbba7b9dcc0ed"/>
          <p:cNvPicPr>
            <a:picLocks noChangeAspect="1"/>
          </p:cNvPicPr>
          <p:nvPr>
            <p:custDataLst>
              <p:tags r:id="rId13"/>
            </p:custDataLst>
          </p:nvPr>
        </p:nvPicPr>
        <p:blipFill>
          <a:blip r:embed="rId14">
            <a:extLst>
              <a:ext uri="{96DAC541-7B7A-43D3-8B79-37D633B846F1}">
                <asvg:svgBlip xmlns:asvg="http://schemas.microsoft.com/office/drawing/2016/SVG/main" r:embed="rId15"/>
              </a:ext>
            </a:extLst>
          </a:blip>
          <a:stretch>
            <a:fillRect/>
          </a:stretch>
        </p:blipFill>
        <p:spPr>
          <a:xfrm>
            <a:off x="1513840" y="4017328"/>
            <a:ext cx="288000" cy="288000"/>
          </a:xfrm>
          <a:prstGeom prst="rect">
            <a:avLst/>
          </a:prstGeom>
        </p:spPr>
      </p:pic>
      <p:sp>
        <p:nvSpPr>
          <p:cNvPr id="30" name="矩形 29"/>
          <p:cNvSpPr/>
          <p:nvPr>
            <p:custDataLst>
              <p:tags r:id="rId16"/>
            </p:custDataLst>
          </p:nvPr>
        </p:nvSpPr>
        <p:spPr>
          <a:xfrm>
            <a:off x="7847330" y="4189413"/>
            <a:ext cx="2251075" cy="580390"/>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4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ea"/>
              </a:rPr>
              <a:t>单击此处输入你的智能图</a:t>
            </a:r>
            <a:endParaRPr lang="zh-CN" altLang="en-US" sz="14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ea"/>
            </a:endParaRPr>
          </a:p>
          <a:p>
            <a:pPr algn="r">
              <a:lnSpc>
                <a:spcPct val="130000"/>
              </a:lnSpc>
              <a:spcBef>
                <a:spcPct val="0"/>
              </a:spcBef>
              <a:spcAft>
                <a:spcPct val="0"/>
              </a:spcAft>
            </a:pPr>
            <a:r>
              <a:rPr lang="zh-CN" altLang="en-US" sz="14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ea"/>
              </a:rPr>
              <a:t>形项正文</a:t>
            </a:r>
            <a:endParaRPr lang="zh-CN" altLang="en-US" sz="14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ea"/>
            </a:endParaRPr>
          </a:p>
        </p:txBody>
      </p:sp>
      <p:pic>
        <p:nvPicPr>
          <p:cNvPr id="32" name="图片 14" descr="343439383331313b343532303033303bd2d1b9bad3a6d3c3"/>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tretch>
            <a:fillRect/>
          </a:stretch>
        </p:blipFill>
        <p:spPr>
          <a:xfrm>
            <a:off x="10384790" y="4033203"/>
            <a:ext cx="288000" cy="28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61226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Step 2 - Model Hubs</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457325" y="1962150"/>
            <a:ext cx="9277350" cy="29337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Model Architectures and Pre-Training Objectives</a:t>
            </a:r>
            <a:endParaRPr lang="en-US" altLang="en-AU" sz="2000" b="1" dirty="0">
              <a:latin typeface="微软雅黑" panose="020B0503020204020204" pitchFamily="34" charset="-122"/>
              <a:ea typeface="微软雅黑" panose="020B0503020204020204" pitchFamily="34" charset="-122"/>
            </a:endParaRPr>
          </a:p>
        </p:txBody>
      </p:sp>
      <p:pic>
        <p:nvPicPr>
          <p:cNvPr id="7" name="图片 6"/>
          <p:cNvPicPr>
            <a:picLocks noChangeAspect="1"/>
          </p:cNvPicPr>
          <p:nvPr/>
        </p:nvPicPr>
        <p:blipFill>
          <a:blip r:embed="rId1"/>
          <a:stretch>
            <a:fillRect/>
          </a:stretch>
        </p:blipFill>
        <p:spPr>
          <a:xfrm>
            <a:off x="1657350" y="1223645"/>
            <a:ext cx="8877300" cy="441007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Transformers</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109470" y="1633220"/>
            <a:ext cx="7972425" cy="3590925"/>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Autoencoding Models</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276350" y="932180"/>
            <a:ext cx="8543925" cy="366712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Autoregressive Models</a:t>
            </a:r>
            <a:endParaRPr lang="en-US" altLang="en-AU" sz="2000" b="1" dirty="0">
              <a:latin typeface="微软雅黑" panose="020B0503020204020204" pitchFamily="34" charset="-122"/>
              <a:ea typeface="微软雅黑" panose="020B0503020204020204" pitchFamily="34" charset="-122"/>
            </a:endParaRPr>
          </a:p>
        </p:txBody>
      </p:sp>
      <p:pic>
        <p:nvPicPr>
          <p:cNvPr id="8" name="图片 7"/>
          <p:cNvPicPr>
            <a:picLocks noChangeAspect="1"/>
          </p:cNvPicPr>
          <p:nvPr/>
        </p:nvPicPr>
        <p:blipFill>
          <a:blip r:embed="rId1"/>
          <a:stretch>
            <a:fillRect/>
          </a:stretch>
        </p:blipFill>
        <p:spPr>
          <a:xfrm>
            <a:off x="1880870" y="1571625"/>
            <a:ext cx="8429625" cy="371475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Sequence-to-Sequence Models</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771650" y="1619250"/>
            <a:ext cx="8648700" cy="36195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Model Architectures and Pre-Training Objectives</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752600" y="1576070"/>
            <a:ext cx="8686800" cy="3705225"/>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Model Size vs. Time</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743075" y="1280795"/>
            <a:ext cx="8705850" cy="4295775"/>
          </a:xfrm>
          <a:prstGeom prst="rect">
            <a:avLst/>
          </a:prstGeom>
        </p:spPr>
      </p:pic>
      <p:pic>
        <p:nvPicPr>
          <p:cNvPr id="6" name="图片 5"/>
          <p:cNvPicPr>
            <a:picLocks noChangeAspect="1"/>
          </p:cNvPicPr>
          <p:nvPr/>
        </p:nvPicPr>
        <p:blipFill>
          <a:blip r:embed="rId2"/>
          <a:stretch>
            <a:fillRect/>
          </a:stretch>
        </p:blipFill>
        <p:spPr>
          <a:xfrm>
            <a:off x="2344420" y="3086100"/>
            <a:ext cx="8696325" cy="44196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1052830" y="2371090"/>
            <a:ext cx="5995670" cy="1151890"/>
          </a:xfrm>
        </p:spPr>
        <p:txBody>
          <a:bodyPr>
            <a:normAutofit fontScale="90000"/>
          </a:bodyPr>
          <a:lstStyle/>
          <a:p>
            <a:r>
              <a:rPr lang="en-US" altLang="zh-CN" sz="4400"/>
              <a:t>Computation Challenge</a:t>
            </a:r>
            <a:endParaRPr lang="en-US" altLang="zh-CN" sz="4400"/>
          </a:p>
        </p:txBody>
      </p:sp>
      <p:sp>
        <p:nvSpPr>
          <p:cNvPr id="6" name="节编号"/>
          <p:cNvSpPr>
            <a:spLocks noGrp="1"/>
          </p:cNvSpPr>
          <p:nvPr>
            <p:ph type="body" sz="quarter" idx="13"/>
            <p:custDataLst>
              <p:tags r:id="rId2"/>
            </p:custDataLst>
          </p:nvPr>
        </p:nvSpPr>
        <p:spPr/>
        <p:txBody>
          <a:bodyPr>
            <a:normAutofit fontScale="75000" lnSpcReduction="10000"/>
          </a:bodyPr>
          <a:lstStyle/>
          <a:p>
            <a:r>
              <a:rPr lang="zh-CN" altLang="en-US"/>
              <a:t>0</a:t>
            </a:r>
            <a:r>
              <a:rPr lang="en-US" altLang="zh-CN"/>
              <a:t>4</a:t>
            </a:r>
            <a:endParaRPr lang="en-US" altLang="zh-CN"/>
          </a:p>
        </p:txBody>
      </p:sp>
    </p:spTree>
    <p:custDataLst>
      <p:tags r:id="rId3"/>
    </p:custData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Computational Challenges</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4808220" y="1099820"/>
            <a:ext cx="6029325" cy="252412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Approximate GPU RAM needed to store 1B parameters</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2300605" y="4191000"/>
            <a:ext cx="8048625" cy="2667000"/>
          </a:xfrm>
          <a:prstGeom prst="rect">
            <a:avLst/>
          </a:prstGeom>
        </p:spPr>
      </p:pic>
      <p:graphicFrame>
        <p:nvGraphicFramePr>
          <p:cNvPr id="6" name="表格 5"/>
          <p:cNvGraphicFramePr/>
          <p:nvPr>
            <p:custDataLst>
              <p:tags r:id="rId2"/>
            </p:custDataLst>
          </p:nvPr>
        </p:nvGraphicFramePr>
        <p:xfrm>
          <a:off x="357505" y="879475"/>
          <a:ext cx="11140440" cy="3404870"/>
        </p:xfrm>
        <a:graphic>
          <a:graphicData uri="http://schemas.openxmlformats.org/drawingml/2006/table">
            <a:tbl>
              <a:tblPr firstRow="1" bandRow="1">
                <a:tableStyleId>{5C22544A-7EE6-4342-B048-85BDC9FD1C3A}</a:tableStyleId>
              </a:tblPr>
              <a:tblGrid>
                <a:gridCol w="3713480"/>
                <a:gridCol w="3713480"/>
                <a:gridCol w="3713480"/>
              </a:tblGrid>
              <a:tr h="421640">
                <a:tc>
                  <a:txBody>
                    <a:bodyPr/>
                    <a:p>
                      <a:pPr algn="ctr">
                        <a:buNone/>
                      </a:pPr>
                      <a:r>
                        <a:rPr lang="en-US" altLang="zh-CN"/>
                        <a:t>Item</a:t>
                      </a:r>
                      <a:endParaRPr lang="en-US" altLang="zh-CN"/>
                    </a:p>
                  </a:txBody>
                  <a:tcPr anchor="ctr" anchorCtr="0"/>
                </a:tc>
                <a:tc>
                  <a:txBody>
                    <a:bodyPr/>
                    <a:p>
                      <a:pPr algn="ctr">
                        <a:buNone/>
                      </a:pPr>
                      <a:r>
                        <a:rPr lang="en-US" altLang="zh-CN"/>
                        <a:t>Stage</a:t>
                      </a:r>
                      <a:endParaRPr lang="en-US" altLang="zh-CN"/>
                    </a:p>
                  </a:txBody>
                  <a:tcPr anchor="ctr" anchorCtr="0"/>
                </a:tc>
                <a:tc>
                  <a:txBody>
                    <a:bodyPr/>
                    <a:p>
                      <a:pPr algn="ctr">
                        <a:buNone/>
                      </a:pPr>
                      <a:r>
                        <a:rPr lang="en-US" altLang="zh-CN"/>
                        <a:t>Bytes per Parameters</a:t>
                      </a:r>
                      <a:endParaRPr lang="en-US" altLang="zh-CN"/>
                    </a:p>
                  </a:txBody>
                  <a:tcPr anchor="ctr" anchorCtr="0"/>
                </a:tc>
              </a:tr>
              <a:tr h="421005">
                <a:tc>
                  <a:txBody>
                    <a:bodyPr/>
                    <a:p>
                      <a:pPr algn="ctr">
                        <a:buNone/>
                      </a:pPr>
                      <a:r>
                        <a:rPr lang="en-US" altLang="zh-CN"/>
                        <a:t>Model Parameters (Weights)</a:t>
                      </a:r>
                      <a:endParaRPr lang="en-US" altLang="zh-CN"/>
                    </a:p>
                  </a:txBody>
                  <a:tcPr anchor="ctr" anchorCtr="0"/>
                </a:tc>
                <a:tc>
                  <a:txBody>
                    <a:bodyPr/>
                    <a:p>
                      <a:pPr algn="ctr">
                        <a:buNone/>
                      </a:pPr>
                      <a:r>
                        <a:rPr lang="en-US" altLang="zh-CN"/>
                        <a:t>Inference / Training</a:t>
                      </a:r>
                      <a:endParaRPr lang="en-US" altLang="zh-CN"/>
                    </a:p>
                  </a:txBody>
                  <a:tcPr anchor="ctr" anchorCtr="0"/>
                </a:tc>
                <a:tc>
                  <a:txBody>
                    <a:bodyPr/>
                    <a:p>
                      <a:pPr algn="ctr">
                        <a:buNone/>
                      </a:pPr>
                      <a:r>
                        <a:rPr lang="en-US" altLang="zh-CN"/>
                        <a:t>4 bytes per parameter</a:t>
                      </a:r>
                      <a:endParaRPr lang="en-US" altLang="zh-CN"/>
                    </a:p>
                  </a:txBody>
                  <a:tcPr anchor="ctr" anchorCtr="0"/>
                </a:tc>
              </a:tr>
              <a:tr h="421640">
                <a:tc>
                  <a:txBody>
                    <a:bodyPr/>
                    <a:p>
                      <a:pPr algn="ctr">
                        <a:buNone/>
                      </a:pPr>
                      <a:r>
                        <a:rPr lang="en-US" altLang="zh-CN"/>
                        <a:t>Adam optimizer (2 states)</a:t>
                      </a:r>
                      <a:endParaRPr lang="en-US" altLang="zh-CN"/>
                    </a:p>
                  </a:txBody>
                  <a:tcPr anchor="ctr" anchorCtr="0"/>
                </a:tc>
                <a:tc>
                  <a:txBody>
                    <a:bodyPr/>
                    <a:p>
                      <a:pPr algn="ctr">
                        <a:buNone/>
                      </a:pPr>
                      <a:r>
                        <a:rPr lang="en-US" altLang="zh-CN"/>
                        <a:t>Training</a:t>
                      </a:r>
                      <a:endParaRPr lang="en-US" altLang="zh-CN"/>
                    </a:p>
                  </a:txBody>
                  <a:tcPr anchor="ctr" anchorCtr="0"/>
                </a:tc>
                <a:tc>
                  <a:txBody>
                    <a:bodyPr/>
                    <a:p>
                      <a:pPr algn="ctr">
                        <a:buNone/>
                      </a:pPr>
                      <a:r>
                        <a:rPr lang="en-US" altLang="zh-CN"/>
                        <a:t>+8 bytes per parameter</a:t>
                      </a:r>
                      <a:endParaRPr lang="en-US" altLang="zh-CN"/>
                    </a:p>
                  </a:txBody>
                  <a:tcPr anchor="ctr" anchorCtr="0"/>
                </a:tc>
              </a:tr>
              <a:tr h="420370">
                <a:tc>
                  <a:txBody>
                    <a:bodyPr/>
                    <a:p>
                      <a:pPr algn="ctr">
                        <a:buNone/>
                      </a:pPr>
                      <a:r>
                        <a:rPr lang="en-US" altLang="zh-CN"/>
                        <a:t>Gradients</a:t>
                      </a:r>
                      <a:endParaRPr lang="en-US" altLang="zh-CN"/>
                    </a:p>
                  </a:txBody>
                  <a:tcPr anchor="ctr" anchorCtr="0"/>
                </a:tc>
                <a:tc>
                  <a:txBody>
                    <a:bodyPr/>
                    <a:p>
                      <a:pPr algn="ctr">
                        <a:buNone/>
                      </a:pPr>
                      <a:r>
                        <a:rPr lang="en-US" altLang="zh-CN"/>
                        <a:t>Training</a:t>
                      </a:r>
                      <a:endParaRPr lang="en-US" altLang="zh-CN"/>
                    </a:p>
                  </a:txBody>
                  <a:tcPr anchor="ctr" anchorCtr="0"/>
                </a:tc>
                <a:tc>
                  <a:txBody>
                    <a:bodyPr/>
                    <a:p>
                      <a:pPr algn="ctr">
                        <a:buNone/>
                      </a:pPr>
                      <a:r>
                        <a:rPr lang="en-US" altLang="zh-CN"/>
                        <a:t>+4 bytes per parameter</a:t>
                      </a:r>
                      <a:endParaRPr lang="en-US" altLang="zh-CN"/>
                    </a:p>
                  </a:txBody>
                  <a:tcPr anchor="ctr" anchorCtr="0"/>
                </a:tc>
              </a:tr>
              <a:tr h="737235">
                <a:tc>
                  <a:txBody>
                    <a:bodyPr/>
                    <a:p>
                      <a:pPr algn="ctr">
                        <a:buNone/>
                      </a:pPr>
                      <a:r>
                        <a:rPr lang="en-US" altLang="zh-CN"/>
                        <a:t>Activations and temp memory (variable size)</a:t>
                      </a:r>
                      <a:endParaRPr lang="en-US" altLang="zh-CN"/>
                    </a:p>
                  </a:txBody>
                  <a:tcPr anchor="ctr" anchorCtr="0"/>
                </a:tc>
                <a:tc>
                  <a:txBody>
                    <a:bodyPr/>
                    <a:p>
                      <a:pPr algn="ctr">
                        <a:buNone/>
                      </a:pPr>
                      <a:r>
                        <a:rPr lang="en-US" altLang="zh-CN"/>
                        <a:t>Training</a:t>
                      </a:r>
                      <a:endParaRPr lang="en-US" altLang="zh-CN"/>
                    </a:p>
                  </a:txBody>
                  <a:tcPr anchor="ctr" anchorCtr="0"/>
                </a:tc>
                <a:tc>
                  <a:txBody>
                    <a:bodyPr/>
                    <a:p>
                      <a:pPr algn="ctr">
                        <a:buNone/>
                      </a:pPr>
                      <a:r>
                        <a:rPr lang="en-US" altLang="zh-CN"/>
                        <a:t>+8 bytes per parameter (high-end estimation)</a:t>
                      </a:r>
                      <a:endParaRPr lang="en-US" altLang="zh-CN"/>
                    </a:p>
                  </a:txBody>
                  <a:tcPr anchor="ctr" anchorCtr="0"/>
                </a:tc>
              </a:tr>
              <a:tr h="982980">
                <a:tc gridSpan="2">
                  <a:txBody>
                    <a:bodyPr/>
                    <a:p>
                      <a:pPr algn="ctr">
                        <a:buNone/>
                      </a:pPr>
                      <a:r>
                        <a:rPr lang="en-US" altLang="zh-CN"/>
                        <a:t>Total</a:t>
                      </a:r>
                      <a:endParaRPr lang="en-US" altLang="zh-CN"/>
                    </a:p>
                  </a:txBody>
                  <a:tcPr anchor="ctr" anchorCtr="0"/>
                </a:tc>
                <a:tc hMerge="1">
                  <a:tcPr/>
                </a:tc>
                <a:tc>
                  <a:txBody>
                    <a:bodyPr/>
                    <a:p>
                      <a:pPr algn="ctr">
                        <a:buNone/>
                      </a:pPr>
                      <a:r>
                        <a:rPr lang="en-US" altLang="zh-CN"/>
                        <a:t>= 4 bytes per parameter</a:t>
                      </a:r>
                      <a:endParaRPr lang="en-US" altLang="zh-CN"/>
                    </a:p>
                    <a:p>
                      <a:pPr algn="ctr">
                        <a:buNone/>
                      </a:pPr>
                      <a:r>
                        <a:rPr lang="en-US" altLang="zh-CN"/>
                        <a:t> + 20 extra bytes per paramters</a:t>
                      </a:r>
                      <a:endParaRPr lang="en-US" altLang="zh-CN"/>
                    </a:p>
                  </a:txBody>
                  <a:tcPr anchor="ctr" anchorCtr="0"/>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Approximate GPU RAM needed to store 1B parameters</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195195" y="1585595"/>
            <a:ext cx="7800975" cy="368617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GPU RAM needed to Train Larger Models</a:t>
            </a:r>
            <a:endParaRPr lang="en-US" altLang="en-AU" sz="2000" b="1"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1"/>
          <a:stretch>
            <a:fillRect/>
          </a:stretch>
        </p:blipFill>
        <p:spPr>
          <a:xfrm>
            <a:off x="1699895" y="1571625"/>
            <a:ext cx="8791575" cy="371475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Quantization</a:t>
            </a:r>
            <a:endParaRPr lang="en-US" altLang="en-AU" sz="2000" b="1"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1"/>
          <a:stretch>
            <a:fillRect/>
          </a:stretch>
        </p:blipFill>
        <p:spPr>
          <a:xfrm>
            <a:off x="1558290" y="3139440"/>
            <a:ext cx="7686675" cy="3200400"/>
          </a:xfrm>
          <a:prstGeom prst="rect">
            <a:avLst/>
          </a:prstGeom>
        </p:spPr>
      </p:pic>
      <p:pic>
        <p:nvPicPr>
          <p:cNvPr id="7" name="图片 6"/>
          <p:cNvPicPr>
            <a:picLocks noChangeAspect="1"/>
          </p:cNvPicPr>
          <p:nvPr/>
        </p:nvPicPr>
        <p:blipFill>
          <a:blip r:embed="rId2"/>
          <a:stretch>
            <a:fillRect/>
          </a:stretch>
        </p:blipFill>
        <p:spPr>
          <a:xfrm>
            <a:off x="3981450" y="282575"/>
            <a:ext cx="7452995" cy="352933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Quantization: FP32</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842770" y="1419225"/>
            <a:ext cx="8505825" cy="401955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Quantization: FP16</a:t>
            </a:r>
            <a:endParaRPr lang="en-US" altLang="en-AU" sz="2000" b="1" dirty="0">
              <a:latin typeface="微软雅黑" panose="020B0503020204020204" pitchFamily="34" charset="-122"/>
              <a:ea typeface="微软雅黑" panose="020B0503020204020204" pitchFamily="34" charset="-122"/>
            </a:endParaRPr>
          </a:p>
        </p:txBody>
      </p:sp>
      <p:pic>
        <p:nvPicPr>
          <p:cNvPr id="8" name="图片 7"/>
          <p:cNvPicPr>
            <a:picLocks noChangeAspect="1"/>
          </p:cNvPicPr>
          <p:nvPr/>
        </p:nvPicPr>
        <p:blipFill>
          <a:blip r:embed="rId1"/>
          <a:stretch>
            <a:fillRect/>
          </a:stretch>
        </p:blipFill>
        <p:spPr>
          <a:xfrm>
            <a:off x="1814195" y="1509395"/>
            <a:ext cx="8562975" cy="383857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Quantization: BFLOAT16</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007745" y="1194435"/>
            <a:ext cx="8429625" cy="3800475"/>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Quantization: INT8</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838325" y="1318895"/>
            <a:ext cx="8515350" cy="4219575"/>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Quantization: Summary</a:t>
            </a:r>
            <a:endParaRPr lang="en-US" altLang="en-AU" sz="2000" b="1" dirty="0">
              <a:latin typeface="微软雅黑" panose="020B0503020204020204" pitchFamily="34" charset="-122"/>
              <a:ea typeface="微软雅黑" panose="020B0503020204020204" pitchFamily="34" charset="-122"/>
            </a:endParaRPr>
          </a:p>
        </p:txBody>
      </p:sp>
      <p:graphicFrame>
        <p:nvGraphicFramePr>
          <p:cNvPr id="5" name="表格 4"/>
          <p:cNvGraphicFramePr/>
          <p:nvPr/>
        </p:nvGraphicFramePr>
        <p:xfrm>
          <a:off x="1155700" y="1086485"/>
          <a:ext cx="9879965" cy="2164080"/>
        </p:xfrm>
        <a:graphic>
          <a:graphicData uri="http://schemas.openxmlformats.org/drawingml/2006/table">
            <a:tbl>
              <a:tblPr firstRow="1" bandRow="1">
                <a:tableStyleId>{5C22544A-7EE6-4342-B048-85BDC9FD1C3A}</a:tableStyleId>
              </a:tblPr>
              <a:tblGrid>
                <a:gridCol w="1706245"/>
                <a:gridCol w="1706245"/>
                <a:gridCol w="1706245"/>
                <a:gridCol w="1706245"/>
                <a:gridCol w="3054985"/>
              </a:tblGrid>
              <a:tr h="381000">
                <a:tc>
                  <a:txBody>
                    <a:bodyPr/>
                    <a:p>
                      <a:pPr>
                        <a:buNone/>
                      </a:pPr>
                      <a:endParaRPr lang="zh-CN" altLang="en-US"/>
                    </a:p>
                  </a:txBody>
                  <a:tcPr/>
                </a:tc>
                <a:tc>
                  <a:txBody>
                    <a:bodyPr/>
                    <a:p>
                      <a:pPr>
                        <a:buNone/>
                      </a:pPr>
                      <a:r>
                        <a:rPr lang="en-US" altLang="zh-CN"/>
                        <a:t>Bits</a:t>
                      </a:r>
                      <a:endParaRPr lang="en-US" altLang="zh-CN"/>
                    </a:p>
                  </a:txBody>
                  <a:tcPr/>
                </a:tc>
                <a:tc>
                  <a:txBody>
                    <a:bodyPr/>
                    <a:p>
                      <a:pPr>
                        <a:buNone/>
                      </a:pPr>
                      <a:r>
                        <a:rPr lang="en-US" altLang="zh-CN"/>
                        <a:t>Exponent</a:t>
                      </a:r>
                      <a:endParaRPr lang="en-US" altLang="zh-CN"/>
                    </a:p>
                  </a:txBody>
                  <a:tcPr/>
                </a:tc>
                <a:tc>
                  <a:txBody>
                    <a:bodyPr/>
                    <a:p>
                      <a:pPr>
                        <a:buNone/>
                      </a:pPr>
                      <a:r>
                        <a:rPr lang="en-US" altLang="zh-CN"/>
                        <a:t>Fraction</a:t>
                      </a:r>
                      <a:endParaRPr lang="en-US" altLang="zh-CN"/>
                    </a:p>
                  </a:txBody>
                  <a:tcPr/>
                </a:tc>
                <a:tc>
                  <a:txBody>
                    <a:bodyPr/>
                    <a:p>
                      <a:pPr>
                        <a:buNone/>
                      </a:pPr>
                      <a:r>
                        <a:rPr lang="en-US" altLang="zh-CN"/>
                        <a:t>Memory needed to store one value</a:t>
                      </a:r>
                      <a:endParaRPr lang="en-US" altLang="zh-CN"/>
                    </a:p>
                  </a:txBody>
                  <a:tcPr/>
                </a:tc>
              </a:tr>
              <a:tr h="381000">
                <a:tc>
                  <a:txBody>
                    <a:bodyPr/>
                    <a:p>
                      <a:pPr>
                        <a:buNone/>
                      </a:pPr>
                      <a:r>
                        <a:rPr lang="en-US" altLang="zh-CN"/>
                        <a:t>FP32</a:t>
                      </a:r>
                      <a:endParaRPr lang="en-US" altLang="zh-CN"/>
                    </a:p>
                  </a:txBody>
                  <a:tcPr/>
                </a:tc>
                <a:tc>
                  <a:txBody>
                    <a:bodyPr/>
                    <a:p>
                      <a:pPr>
                        <a:buNone/>
                      </a:pPr>
                      <a:r>
                        <a:rPr lang="en-US" altLang="zh-CN"/>
                        <a:t>32</a:t>
                      </a:r>
                      <a:endParaRPr lang="en-US" altLang="zh-CN"/>
                    </a:p>
                  </a:txBody>
                  <a:tcPr/>
                </a:tc>
                <a:tc>
                  <a:txBody>
                    <a:bodyPr/>
                    <a:p>
                      <a:pPr>
                        <a:buNone/>
                      </a:pPr>
                      <a:r>
                        <a:rPr lang="en-US" altLang="zh-CN"/>
                        <a:t>8</a:t>
                      </a:r>
                      <a:endParaRPr lang="en-US" altLang="zh-CN"/>
                    </a:p>
                  </a:txBody>
                  <a:tcPr/>
                </a:tc>
                <a:tc>
                  <a:txBody>
                    <a:bodyPr/>
                    <a:p>
                      <a:pPr>
                        <a:buNone/>
                      </a:pPr>
                      <a:r>
                        <a:rPr lang="en-US" altLang="zh-CN"/>
                        <a:t>23</a:t>
                      </a:r>
                      <a:endParaRPr lang="en-US" altLang="zh-CN"/>
                    </a:p>
                  </a:txBody>
                  <a:tcPr/>
                </a:tc>
                <a:tc>
                  <a:txBody>
                    <a:bodyPr/>
                    <a:p>
                      <a:pPr>
                        <a:buNone/>
                      </a:pPr>
                      <a:r>
                        <a:rPr lang="en-US" altLang="zh-CN"/>
                        <a:t>4 bytes</a:t>
                      </a:r>
                      <a:endParaRPr lang="en-US" altLang="zh-CN"/>
                    </a:p>
                  </a:txBody>
                  <a:tcPr/>
                </a:tc>
              </a:tr>
              <a:tr h="381000">
                <a:tc>
                  <a:txBody>
                    <a:bodyPr/>
                    <a:p>
                      <a:pPr>
                        <a:buNone/>
                      </a:pPr>
                      <a:r>
                        <a:rPr lang="en-US" altLang="zh-CN"/>
                        <a:t>FP16</a:t>
                      </a:r>
                      <a:endParaRPr lang="en-US" altLang="zh-CN"/>
                    </a:p>
                  </a:txBody>
                  <a:tcPr/>
                </a:tc>
                <a:tc>
                  <a:txBody>
                    <a:bodyPr/>
                    <a:p>
                      <a:pPr>
                        <a:buNone/>
                      </a:pPr>
                      <a:r>
                        <a:rPr lang="en-US" altLang="zh-CN"/>
                        <a:t>16</a:t>
                      </a:r>
                      <a:endParaRPr lang="en-US" altLang="zh-CN"/>
                    </a:p>
                  </a:txBody>
                  <a:tcPr/>
                </a:tc>
                <a:tc>
                  <a:txBody>
                    <a:bodyPr/>
                    <a:p>
                      <a:pPr>
                        <a:buNone/>
                      </a:pPr>
                      <a:r>
                        <a:rPr lang="en-US" altLang="zh-CN"/>
                        <a:t>5</a:t>
                      </a:r>
                      <a:endParaRPr lang="en-US" altLang="zh-CN"/>
                    </a:p>
                  </a:txBody>
                  <a:tcPr/>
                </a:tc>
                <a:tc>
                  <a:txBody>
                    <a:bodyPr/>
                    <a:p>
                      <a:pPr>
                        <a:buNone/>
                      </a:pPr>
                      <a:r>
                        <a:rPr lang="en-US" altLang="zh-CN"/>
                        <a:t>10</a:t>
                      </a:r>
                      <a:endParaRPr lang="en-US" altLang="zh-CN"/>
                    </a:p>
                  </a:txBody>
                  <a:tcPr/>
                </a:tc>
                <a:tc>
                  <a:txBody>
                    <a:bodyPr/>
                    <a:p>
                      <a:pPr>
                        <a:buNone/>
                      </a:pPr>
                      <a:r>
                        <a:rPr lang="en-US" altLang="zh-CN"/>
                        <a:t>2 bytes</a:t>
                      </a:r>
                      <a:endParaRPr lang="en-US" altLang="zh-CN"/>
                    </a:p>
                  </a:txBody>
                  <a:tcPr/>
                </a:tc>
              </a:tr>
              <a:tr h="381000">
                <a:tc>
                  <a:txBody>
                    <a:bodyPr/>
                    <a:p>
                      <a:pPr>
                        <a:buNone/>
                      </a:pPr>
                      <a:r>
                        <a:rPr lang="en-US" altLang="zh-CN"/>
                        <a:t>BFLOAT16</a:t>
                      </a:r>
                      <a:endParaRPr lang="en-US" altLang="zh-CN"/>
                    </a:p>
                  </a:txBody>
                  <a:tcPr>
                    <a:solidFill>
                      <a:schemeClr val="accent4">
                        <a:lumMod val="40000"/>
                        <a:lumOff val="60000"/>
                      </a:schemeClr>
                    </a:solidFill>
                  </a:tcPr>
                </a:tc>
                <a:tc>
                  <a:txBody>
                    <a:bodyPr/>
                    <a:p>
                      <a:pPr>
                        <a:buNone/>
                      </a:pPr>
                      <a:r>
                        <a:rPr lang="en-US" altLang="zh-CN"/>
                        <a:t>16</a:t>
                      </a:r>
                      <a:endParaRPr lang="en-US" altLang="zh-CN"/>
                    </a:p>
                  </a:txBody>
                  <a:tcPr>
                    <a:solidFill>
                      <a:schemeClr val="accent4">
                        <a:lumMod val="40000"/>
                        <a:lumOff val="60000"/>
                      </a:schemeClr>
                    </a:solidFill>
                  </a:tcPr>
                </a:tc>
                <a:tc>
                  <a:txBody>
                    <a:bodyPr/>
                    <a:p>
                      <a:pPr>
                        <a:buNone/>
                      </a:pPr>
                      <a:r>
                        <a:rPr lang="en-US" altLang="zh-CN"/>
                        <a:t>8</a:t>
                      </a:r>
                      <a:endParaRPr lang="en-US" altLang="zh-CN"/>
                    </a:p>
                  </a:txBody>
                  <a:tcPr>
                    <a:solidFill>
                      <a:schemeClr val="accent4">
                        <a:lumMod val="40000"/>
                        <a:lumOff val="60000"/>
                      </a:schemeClr>
                    </a:solidFill>
                  </a:tcPr>
                </a:tc>
                <a:tc>
                  <a:txBody>
                    <a:bodyPr/>
                    <a:p>
                      <a:pPr>
                        <a:buNone/>
                      </a:pPr>
                      <a:r>
                        <a:rPr lang="en-US" altLang="zh-CN"/>
                        <a:t>7</a:t>
                      </a:r>
                      <a:endParaRPr lang="en-US" altLang="zh-CN"/>
                    </a:p>
                  </a:txBody>
                  <a:tcPr>
                    <a:solidFill>
                      <a:schemeClr val="accent4">
                        <a:lumMod val="40000"/>
                        <a:lumOff val="60000"/>
                      </a:schemeClr>
                    </a:solidFill>
                  </a:tcPr>
                </a:tc>
                <a:tc>
                  <a:txBody>
                    <a:bodyPr/>
                    <a:p>
                      <a:pPr>
                        <a:buNone/>
                      </a:pPr>
                      <a:r>
                        <a:rPr lang="en-US" altLang="zh-CN"/>
                        <a:t>2 bytes</a:t>
                      </a:r>
                      <a:endParaRPr lang="en-US" altLang="zh-CN"/>
                    </a:p>
                  </a:txBody>
                  <a:tcPr>
                    <a:solidFill>
                      <a:schemeClr val="accent4">
                        <a:lumMod val="40000"/>
                        <a:lumOff val="60000"/>
                      </a:schemeClr>
                    </a:solidFill>
                  </a:tcPr>
                </a:tc>
              </a:tr>
              <a:tr h="381000">
                <a:tc>
                  <a:txBody>
                    <a:bodyPr/>
                    <a:p>
                      <a:pPr>
                        <a:buNone/>
                      </a:pPr>
                      <a:r>
                        <a:rPr lang="en-US" altLang="zh-CN"/>
                        <a:t>INT8</a:t>
                      </a:r>
                      <a:endParaRPr lang="en-US" altLang="zh-CN"/>
                    </a:p>
                  </a:txBody>
                  <a:tcPr/>
                </a:tc>
                <a:tc>
                  <a:txBody>
                    <a:bodyPr/>
                    <a:p>
                      <a:pPr>
                        <a:buNone/>
                      </a:pPr>
                      <a:r>
                        <a:rPr lang="en-US" altLang="zh-CN"/>
                        <a:t>8</a:t>
                      </a:r>
                      <a:endParaRPr lang="en-US" altLang="zh-CN"/>
                    </a:p>
                  </a:txBody>
                  <a:tcPr/>
                </a:tc>
                <a:tc>
                  <a:txBody>
                    <a:bodyPr/>
                    <a:p>
                      <a:pPr>
                        <a:buNone/>
                      </a:pPr>
                      <a:r>
                        <a:rPr lang="en-US" altLang="zh-CN"/>
                        <a:t>-/-</a:t>
                      </a:r>
                      <a:endParaRPr lang="en-US" altLang="zh-CN"/>
                    </a:p>
                  </a:txBody>
                  <a:tcPr/>
                </a:tc>
                <a:tc>
                  <a:txBody>
                    <a:bodyPr/>
                    <a:p>
                      <a:pPr>
                        <a:buNone/>
                      </a:pPr>
                      <a:r>
                        <a:rPr lang="en-US" altLang="zh-CN"/>
                        <a:t>7</a:t>
                      </a:r>
                      <a:endParaRPr lang="en-US" altLang="zh-CN"/>
                    </a:p>
                  </a:txBody>
                  <a:tcPr/>
                </a:tc>
                <a:tc>
                  <a:txBody>
                    <a:bodyPr/>
                    <a:p>
                      <a:pPr>
                        <a:buNone/>
                      </a:pPr>
                      <a:r>
                        <a:rPr lang="en-US" altLang="zh-CN"/>
                        <a:t>1 byte</a:t>
                      </a:r>
                      <a:endParaRPr lang="en-US" altLang="zh-CN"/>
                    </a:p>
                  </a:txBody>
                  <a:tcPr/>
                </a:tc>
              </a:tr>
            </a:tbl>
          </a:graphicData>
        </a:graphic>
      </p:graphicFrame>
      <p:pic>
        <p:nvPicPr>
          <p:cNvPr id="7" name="图片 6"/>
          <p:cNvPicPr>
            <a:picLocks noChangeAspect="1"/>
          </p:cNvPicPr>
          <p:nvPr/>
        </p:nvPicPr>
        <p:blipFill>
          <a:blip r:embed="rId1"/>
          <a:stretch>
            <a:fillRect/>
          </a:stretch>
        </p:blipFill>
        <p:spPr>
          <a:xfrm>
            <a:off x="611505" y="3545205"/>
            <a:ext cx="8543925" cy="1362075"/>
          </a:xfrm>
          <a:prstGeom prst="rect">
            <a:avLst/>
          </a:prstGeom>
        </p:spPr>
      </p:pic>
      <p:pic>
        <p:nvPicPr>
          <p:cNvPr id="8" name="图片 7"/>
          <p:cNvPicPr>
            <a:picLocks noChangeAspect="1"/>
          </p:cNvPicPr>
          <p:nvPr/>
        </p:nvPicPr>
        <p:blipFill>
          <a:blip r:embed="rId2"/>
          <a:stretch>
            <a:fillRect/>
          </a:stretch>
        </p:blipFill>
        <p:spPr>
          <a:xfrm>
            <a:off x="3402965" y="2959735"/>
            <a:ext cx="8315325" cy="2943225"/>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1052830" y="2371090"/>
            <a:ext cx="5995670" cy="1151890"/>
          </a:xfrm>
        </p:spPr>
        <p:txBody>
          <a:bodyPr>
            <a:normAutofit fontScale="90000"/>
          </a:bodyPr>
          <a:lstStyle/>
          <a:p>
            <a:br>
              <a:rPr lang="en-US" altLang="zh-CN" sz="4400"/>
            </a:br>
            <a:r>
              <a:rPr lang="en-US" altLang="zh-CN" sz="4400"/>
              <a:t>Efficient Multi-GPU Compute Strategies</a:t>
            </a:r>
            <a:endParaRPr lang="en-US" altLang="zh-CN" sz="4400"/>
          </a:p>
        </p:txBody>
      </p:sp>
      <p:sp>
        <p:nvSpPr>
          <p:cNvPr id="6" name="节编号"/>
          <p:cNvSpPr>
            <a:spLocks noGrp="1"/>
          </p:cNvSpPr>
          <p:nvPr>
            <p:ph type="body" sz="quarter" idx="13"/>
            <p:custDataLst>
              <p:tags r:id="rId2"/>
            </p:custDataLst>
          </p:nvPr>
        </p:nvSpPr>
        <p:spPr/>
        <p:txBody>
          <a:bodyPr>
            <a:normAutofit fontScale="75000" lnSpcReduction="10000"/>
          </a:bodyPr>
          <a:lstStyle/>
          <a:p>
            <a:r>
              <a:rPr lang="zh-CN" altLang="en-US"/>
              <a:t>0</a:t>
            </a:r>
            <a:r>
              <a:rPr lang="en-US" altLang="zh-CN"/>
              <a:t>5</a:t>
            </a:r>
            <a:endParaRPr lang="en-US" altLang="zh-CN"/>
          </a:p>
        </p:txBody>
      </p:sp>
    </p:spTree>
    <p:custDataLst>
      <p:tags r:id="rId3"/>
    </p:custData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Distributed Data Parallel (DDP)</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905000" y="1628775"/>
            <a:ext cx="8382000" cy="360045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Distributed Data Parallel (DDP)</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928495" y="1223645"/>
            <a:ext cx="8334375" cy="4410075"/>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Recap: Additional GPU RAM needed for training</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985645" y="1533525"/>
            <a:ext cx="8220075" cy="379095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Zero Redundancy Optimizer (ZeRO)</a:t>
            </a:r>
            <a:endParaRPr lang="en-US" altLang="en-AU" sz="2000" b="1"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1"/>
          <a:stretch>
            <a:fillRect/>
          </a:stretch>
        </p:blipFill>
        <p:spPr>
          <a:xfrm>
            <a:off x="1957070" y="1562100"/>
            <a:ext cx="8277225" cy="37338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Distributed Data Parallel (DDP)</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023745" y="1766570"/>
            <a:ext cx="8143875" cy="3324225"/>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Fully Shareded Data Parallel (FSDP)</a:t>
            </a:r>
            <a:endParaRPr lang="en-US" altLang="en-AU" sz="2000" b="1"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1"/>
          <a:stretch>
            <a:fillRect/>
          </a:stretch>
        </p:blipFill>
        <p:spPr>
          <a:xfrm>
            <a:off x="1762125" y="1704975"/>
            <a:ext cx="8667750" cy="3448050"/>
          </a:xfrm>
          <a:prstGeom prst="rect">
            <a:avLst/>
          </a:prstGeom>
        </p:spPr>
      </p:pic>
      <p:pic>
        <p:nvPicPr>
          <p:cNvPr id="7" name="图片 6"/>
          <p:cNvPicPr>
            <a:picLocks noChangeAspect="1"/>
          </p:cNvPicPr>
          <p:nvPr/>
        </p:nvPicPr>
        <p:blipFill>
          <a:blip r:embed="rId2"/>
          <a:stretch>
            <a:fillRect/>
          </a:stretch>
        </p:blipFill>
        <p:spPr>
          <a:xfrm>
            <a:off x="2614295" y="1957070"/>
            <a:ext cx="6962775" cy="2943225"/>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Impact of Using FSDP</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828800" y="1309370"/>
            <a:ext cx="8534400" cy="4238625"/>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Scaling choices for pre-training</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905000" y="1590675"/>
            <a:ext cx="8382000" cy="367665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Compute Budget for Training LLMs</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357505" y="1022985"/>
            <a:ext cx="8429625" cy="3219450"/>
          </a:xfrm>
          <a:prstGeom prst="rect">
            <a:avLst/>
          </a:prstGeom>
        </p:spPr>
      </p:pic>
      <p:pic>
        <p:nvPicPr>
          <p:cNvPr id="6" name="图片 5"/>
          <p:cNvPicPr>
            <a:picLocks noChangeAspect="1"/>
          </p:cNvPicPr>
          <p:nvPr/>
        </p:nvPicPr>
        <p:blipFill>
          <a:blip r:embed="rId2"/>
          <a:stretch>
            <a:fillRect/>
          </a:stretch>
        </p:blipFill>
        <p:spPr>
          <a:xfrm>
            <a:off x="3371850" y="2197735"/>
            <a:ext cx="8820150" cy="3438525"/>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Number of PFlops/days to pre-train various LLMs</a:t>
            </a:r>
            <a:endParaRPr lang="en-US" altLang="en-AU" sz="2000" b="1" dirty="0">
              <a:latin typeface="微软雅黑" panose="020B0503020204020204" pitchFamily="34" charset="-122"/>
              <a:ea typeface="微软雅黑" panose="020B0503020204020204" pitchFamily="34" charset="-122"/>
            </a:endParaRPr>
          </a:p>
        </p:txBody>
      </p:sp>
      <p:pic>
        <p:nvPicPr>
          <p:cNvPr id="7" name="图片 6"/>
          <p:cNvPicPr>
            <a:picLocks noChangeAspect="1"/>
          </p:cNvPicPr>
          <p:nvPr/>
        </p:nvPicPr>
        <p:blipFill>
          <a:blip r:embed="rId1"/>
          <a:stretch>
            <a:fillRect/>
          </a:stretch>
        </p:blipFill>
        <p:spPr>
          <a:xfrm>
            <a:off x="2428875" y="1581150"/>
            <a:ext cx="7334250" cy="36957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Compute Budget vs. Model Performance</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518920" y="1614170"/>
            <a:ext cx="9153525" cy="3629025"/>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Dataset size and model size vs. performance</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943100" y="1671320"/>
            <a:ext cx="8305800" cy="3514725"/>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How to balance these three?</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2257425" y="1309370"/>
            <a:ext cx="7677150" cy="4238625"/>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Compute Optimal Models</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614170" y="1695450"/>
            <a:ext cx="8963025" cy="34671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1"/>
          <a:stretch>
            <a:fillRect/>
          </a:stretch>
        </p:blipFill>
        <p:spPr>
          <a:xfrm>
            <a:off x="1899920" y="1537970"/>
            <a:ext cx="8391525" cy="3781425"/>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1709420" y="1242695"/>
            <a:ext cx="8772525" cy="4371975"/>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1052830" y="2371090"/>
            <a:ext cx="5995670" cy="1151890"/>
          </a:xfrm>
        </p:spPr>
        <p:txBody>
          <a:bodyPr>
            <a:normAutofit fontScale="90000"/>
          </a:bodyPr>
          <a:lstStyle/>
          <a:p>
            <a:r>
              <a:rPr lang="en-US" altLang="zh-CN" sz="4400"/>
              <a:t>Pre-Training for </a:t>
            </a:r>
            <a:br>
              <a:rPr lang="en-US" altLang="zh-CN" sz="4400"/>
            </a:br>
            <a:r>
              <a:rPr lang="en-US" altLang="zh-CN" sz="4400"/>
              <a:t>Domain Adaption</a:t>
            </a:r>
            <a:endParaRPr lang="en-US" altLang="zh-CN" sz="4400"/>
          </a:p>
        </p:txBody>
      </p:sp>
      <p:sp>
        <p:nvSpPr>
          <p:cNvPr id="6" name="节编号"/>
          <p:cNvSpPr>
            <a:spLocks noGrp="1"/>
          </p:cNvSpPr>
          <p:nvPr>
            <p:ph type="body" sz="quarter" idx="13"/>
            <p:custDataLst>
              <p:tags r:id="rId2"/>
            </p:custDataLst>
          </p:nvPr>
        </p:nvSpPr>
        <p:spPr/>
        <p:txBody>
          <a:bodyPr>
            <a:normAutofit fontScale="75000" lnSpcReduction="10000"/>
          </a:bodyPr>
          <a:lstStyle/>
          <a:p>
            <a:r>
              <a:rPr lang="zh-CN" altLang="en-US"/>
              <a:t>0</a:t>
            </a:r>
            <a:r>
              <a:rPr lang="en-US" altLang="zh-CN"/>
              <a:t>6</a:t>
            </a:r>
            <a:endParaRPr lang="en-US" altLang="zh-CN"/>
          </a:p>
        </p:txBody>
      </p:sp>
    </p:spTree>
    <p:custDataLst>
      <p:tags r:id="rId3"/>
    </p:custData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Pre-Training for Domain Adaption</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2309495" y="1676400"/>
            <a:ext cx="7572375" cy="35052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BloombergGPT: Domain Adaption for Finance</a:t>
            </a:r>
            <a:endParaRPr lang="en-US" altLang="en-AU" sz="2000" b="1"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1"/>
          <a:stretch>
            <a:fillRect/>
          </a:stretch>
        </p:blipFill>
        <p:spPr>
          <a:xfrm>
            <a:off x="2014220" y="1633220"/>
            <a:ext cx="8162925" cy="3590925"/>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57188" y="355600"/>
            <a:ext cx="254000" cy="254000"/>
          </a:xfrm>
          <a:prstGeom prst="rect">
            <a:avLst/>
          </a:prstGeom>
          <a:solidFill>
            <a:srgbClr val="00589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文本框 4"/>
          <p:cNvSpPr txBox="1">
            <a:spLocks noChangeArrowheads="1"/>
          </p:cNvSpPr>
          <p:nvPr/>
        </p:nvSpPr>
        <p:spPr bwMode="auto">
          <a:xfrm>
            <a:off x="685800" y="282575"/>
            <a:ext cx="824992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1" hangingPunct="1"/>
            <a:r>
              <a:rPr lang="en-US" altLang="en-AU" sz="2000" b="1" dirty="0">
                <a:latin typeface="微软雅黑" panose="020B0503020204020204" pitchFamily="34" charset="-122"/>
                <a:ea typeface="微软雅黑" panose="020B0503020204020204" pitchFamily="34" charset="-122"/>
              </a:rPr>
              <a:t>Chinchilla Scaling Laws for Model and Dataset Size</a:t>
            </a:r>
            <a:endParaRPr lang="en-US" altLang="en-AU" sz="2000" b="1" dirty="0">
              <a:latin typeface="微软雅黑" panose="020B0503020204020204" pitchFamily="34" charset="-122"/>
              <a:ea typeface="微软雅黑" panose="020B0503020204020204" pitchFamily="34" charset="-122"/>
            </a:endParaRPr>
          </a:p>
        </p:txBody>
      </p:sp>
    </p:spTree>
  </p:cSld>
  <p:clrMapOvr>
    <a:masterClrMapping/>
  </p:clrMapOvr>
</p:sld>
</file>

<file path=ppt/tags/tag1.xml><?xml version="1.0" encoding="utf-8"?>
<p:tagLst xmlns:p="http://schemas.openxmlformats.org/presentationml/2006/main">
  <p:tag name="KSO_WM_UNIT_TYPE" val="i"/>
  <p:tag name="KSO_WM_UNIT_INDEX" val="1"/>
  <p:tag name="KSO_WM_BEAUTIFY_FLAG" val="#wm#"/>
  <p:tag name="KSO_WM_TAG_VERSION" val="3.0"/>
  <p:tag name="KSO_WM_UNIT_ID" val="_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xml><?xml version="1.0" encoding="utf-8"?>
<p:tagLst xmlns:p="http://schemas.openxmlformats.org/presentationml/2006/main">
  <p:tag name="KSO_WM_UNIT_TYPE" val="i"/>
  <p:tag name="KSO_WM_UNIT_INDEX" val="6"/>
  <p:tag name="KSO_WM_BEAUTIFY_FLAG" val="#wm#"/>
  <p:tag name="KSO_WM_TAG_VERSION" val="3.0"/>
  <p:tag name="KSO_WM_UNIT_ID" val="_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xml><?xml version="1.0" encoding="utf-8"?>
<p:tagLst xmlns:p="http://schemas.openxmlformats.org/presentationml/2006/main">
  <p:tag name="KSO_WM_UNIT_TYPE" val="i"/>
  <p:tag name="KSO_WM_UNIT_INDEX" val="5"/>
  <p:tag name="KSO_WM_BEAUTIFY_FLAG" val="#wm#"/>
  <p:tag name="KSO_WM_TAG_VERSION" val="3.0"/>
  <p:tag name="KSO_WM_UNIT_ID" val="_1*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xml><?xml version="1.0" encoding="utf-8"?>
<p:tagLst xmlns:p="http://schemas.openxmlformats.org/presentationml/2006/main">
  <p:tag name="KSO_WM_UNIT_TYPE" val="i"/>
  <p:tag name="KSO_WM_UNIT_INDEX" val="2"/>
  <p:tag name="KSO_WM_BEAUTIFY_FLAG" val="#wm#"/>
  <p:tag name="KSO_WM_TAG_VERSION" val="3.0"/>
  <p:tag name="KSO_WM_UNIT_ID" val="_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xml><?xml version="1.0" encoding="utf-8"?>
<p:tagLst xmlns:p="http://schemas.openxmlformats.org/presentationml/2006/main">
  <p:tag name="KSO_WM_UNIT_TYPE" val="i"/>
  <p:tag name="KSO_WM_UNIT_INDEX" val="7"/>
  <p:tag name="KSO_WM_BEAUTIFY_FLAG" val="#wm#"/>
  <p:tag name="KSO_WM_TAG_VERSION" val="3.0"/>
  <p:tag name="KSO_WM_UNIT_ID" val="_1*i*7"/>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7.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ID" val="_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f"/>
  <p:tag name="KSO_WM_UNIT_SUBTYPE" val="g"/>
  <p:tag name="KSO_WM_UNIT_INDEX" val="3"/>
  <p:tag name="KSO_WM_BEAUTIFY_FLAG" val="#wm#"/>
  <p:tag name="KSO_WM_TAG_VERSION" val="3.0"/>
  <p:tag name="KSO_WM_UNIT_PRESET_TEXT" val="公司名"/>
  <p:tag name="KSO_WM_UNIT_ID" val="_1*f*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30"/>
</p:tagLst>
</file>

<file path=ppt/tags/tag11.xml><?xml version="1.0" encoding="utf-8"?>
<p:tagLst xmlns:p="http://schemas.openxmlformats.org/presentationml/2006/main">
  <p:tag name="KSO_WM_UNIT_TYPE" val="f"/>
  <p:tag name="KSO_WM_UNIT_SUBTYPE" val="c"/>
  <p:tag name="KSO_WM_UNIT_INDEX" val="2"/>
  <p:tag name="KSO_WM_BEAUTIFY_FLAG" val="#wm#"/>
  <p:tag name="KSO_WM_TAG_VERSION" val="3.0"/>
  <p:tag name="KSO_WM_UNIT_PRESET_TEXT" val="日期时间"/>
  <p:tag name="KSO_WM_UNIT_ID" val="_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4"/>
</p:tagLst>
</file>

<file path=ppt/tags/tag12.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8"/>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3"/>
  <p:tag name="KSO_WM_BEAUTIFY_FLAG" val="#wm#"/>
  <p:tag name="KSO_WM_TAG_VERSION" val="3.0"/>
  <p:tag name="KSO_WM_UNIT_ID" val="_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2*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29"/>
</p:tagLst>
</file>

<file path=ppt/tags/tag16.xml><?xml version="1.0" encoding="utf-8"?>
<p:tagLst xmlns:p="http://schemas.openxmlformats.org/presentationml/2006/main">
  <p:tag name="KSO_WM_UNIT_TYPE" val="f"/>
  <p:tag name="KSO_WM_UNIT_SUBTYPE" val="a"/>
  <p:tag name="KSO_WM_UNIT_INDEX" val="1"/>
  <p:tag name="KSO_WM_BEAUTIFY_FLAG" val="#wm#"/>
  <p:tag name="KSO_WM_TAG_VERSION" val="3.0"/>
  <p:tag name="KSO_WM_UNIT_PRESET_TEXT" val="单击此处编辑母版文本样式&#10;第二级&#10;第三级&#10;第四级&#10;第五级"/>
  <p:tag name="KSO_WM_UNIT_ID" val="_2*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ID" val="_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ID" val="_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9.xml><?xml version="1.0" encoding="utf-8"?>
<p:tagLst xmlns:p="http://schemas.openxmlformats.org/presentationml/2006/main">
  <p:tag name="KSO_WM_UNIT_ID" val="_2**"/>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TYPE" val="a"/>
  <p:tag name="KSO_WM_UNIT_INDEX" val="1"/>
  <p:tag name="KSO_WM_BEAUTIFY_FLAG" val="#wm#"/>
  <p:tag name="KSO_WM_TAG_VERSION" val="3.0"/>
  <p:tag name="KSO_WM_UNIT_PRESET_TEXT" val="标题"/>
  <p:tag name="KSO_WM_UNIT_ID" val="_3*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1"/>
  <p:tag name="KSO_WM_UNIT_VALUE" val="2"/>
</p:tagLst>
</file>

<file path=ppt/tags/tag21.xml><?xml version="1.0" encoding="utf-8"?>
<p:tagLst xmlns:p="http://schemas.openxmlformats.org/presentationml/2006/main">
  <p:tag name="KSO_WM_UNIT_ID" val="_3**"/>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UNIT_ID" val="_3**"/>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3.xml><?xml version="1.0" encoding="utf-8"?>
<p:tagLst xmlns:p="http://schemas.openxmlformats.org/presentationml/2006/main">
  <p:tag name="KSO_WM_UNIT_ID" val="_3**"/>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TYPE" val="i"/>
  <p:tag name="KSO_WM_UNIT_INDEX" val="1"/>
  <p:tag name="KSO_WM_BEAUTIFY_FLAG" val="#wm#"/>
  <p:tag name="KSO_WM_TAG_VERSION" val="3.0"/>
  <p:tag name="KSO_WM_UNIT_ID" val="_3*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7.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8.xml><?xml version="1.0" encoding="utf-8"?>
<p:tagLst xmlns:p="http://schemas.openxmlformats.org/presentationml/2006/main">
  <p:tag name="KSO_WM_UNIT_TYPE" val="i"/>
  <p:tag name="KSO_WM_UNIT_INDEX" val="6"/>
  <p:tag name="KSO_WM_BEAUTIFY_FLAG" val="#wm#"/>
  <p:tag name="KSO_WM_TAG_VERSION" val="3.0"/>
  <p:tag name="KSO_WM_UNIT_ID" val="_4*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9.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TYPE" val="a"/>
  <p:tag name="KSO_WM_UNIT_INDEX" val="1"/>
  <p:tag name="KSO_WM_BEAUTIFY_FLAG" val="#wm#"/>
  <p:tag name="KSO_WM_TAG_VERSION" val="3.0"/>
  <p:tag name="KSO_WM_UNIT_PRESET_TEXT" val="单击编辑母版标题"/>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0"/>
</p:tagLst>
</file>

<file path=ppt/tags/tag32.xml><?xml version="1.0" encoding="utf-8"?>
<p:tagLst xmlns:p="http://schemas.openxmlformats.org/presentationml/2006/main">
  <p:tag name="KSO_WM_UNIT_TYPE" val="b"/>
  <p:tag name="KSO_WM_UNIT_INDEX" val="1"/>
  <p:tag name="KSO_WM_BEAUTIFY_FLAG" val="#wm#"/>
  <p:tag name="KSO_WM_TAG_VERSION" val="3.0"/>
  <p:tag name="KSO_WM_UNIT_PRESET_TEXT" val="单击此处编辑副标题"/>
  <p:tag name="KSO_WM_UNIT_ID" val="_4*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7"/>
</p:tagLst>
</file>

<file path=ppt/tags/tag33.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34.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5*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Lst>
</file>

<file path=ppt/tags/tag38.xml><?xml version="1.0" encoding="utf-8"?>
<p:tagLst xmlns:p="http://schemas.openxmlformats.org/presentationml/2006/main">
  <p:tag name="KSO_WM_UNIT_TYPE" val="f"/>
  <p:tag name="KSO_WM_UNIT_SUBTYPE" val="a"/>
  <p:tag name="KSO_WM_UNIT_INDEX" val="1"/>
  <p:tag name="KSO_WM_BEAUTIFY_FLAG" val="#wm#"/>
  <p:tag name="KSO_WM_TAG_VERSION" val="3.0"/>
  <p:tag name="KSO_WM_UNIT_PRESET_TEXT" val="单击此处编辑母版文本样式&#10;第二级&#10;第三级&#10;第四级&#10;第五级"/>
  <p:tag name="KSO_WM_UNIT_ID" val="_5*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f"/>
  <p:tag name="KSO_WM_UNIT_SUBTYPE" val="a"/>
  <p:tag name="KSO_WM_UNIT_INDEX" val="2"/>
  <p:tag name="KSO_WM_BEAUTIFY_FLAG" val="#wm#"/>
  <p:tag name="KSO_WM_TAG_VERSION" val="3.0"/>
  <p:tag name="KSO_WM_UNIT_PRESET_TEXT" val="单击此处编辑母版文本样式&#10;第二级&#10;第三级&#10;第四级&#10;第五级"/>
  <p:tag name="KSO_WM_UNIT_ID" val="_5*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0.xml><?xml version="1.0" encoding="utf-8"?>
<p:tagLst xmlns:p="http://schemas.openxmlformats.org/presentationml/2006/main">
  <p:tag name="KSO_WM_UNIT_ID" val="_5**"/>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1.xml><?xml version="1.0" encoding="utf-8"?>
<p:tagLst xmlns:p="http://schemas.openxmlformats.org/presentationml/2006/main">
  <p:tag name="KSO_WM_UNIT_ID" val="_5**"/>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5**"/>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TYPE" val="h_a"/>
  <p:tag name="KSO_WM_UNIT_INDEX" val="1_1"/>
  <p:tag name="KSO_WM_BEAUTIFY_FLAG" val="#wm#"/>
  <p:tag name="KSO_WM_TAG_VERSION" val="3.0"/>
  <p:tag name="KSO_WM_UNIT_PRESET_TEXT" val="单击此处编辑母版标题样式"/>
  <p:tag name="KSO_WM_UNIT_ID" val="_6*h_a*1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ISCONTENTSTITLE" val="0"/>
</p:tagLst>
</file>

<file path=ppt/tags/tag44.xml><?xml version="1.0" encoding="utf-8"?>
<p:tagLst xmlns:p="http://schemas.openxmlformats.org/presentationml/2006/main">
  <p:tag name="KSO_WM_UNIT_TYPE" val="h_f"/>
  <p:tag name="KSO_WM_UNIT_SUBTYPE" val="a"/>
  <p:tag name="KSO_WM_UNIT_INDEX" val="1_1"/>
  <p:tag name="KSO_WM_BEAUTIFY_FLAG" val="#wm#"/>
  <p:tag name="KSO_WM_TAG_VERSION" val="3.0"/>
  <p:tag name="KSO_WM_UNIT_PRESET_TEXT" val="单击此处编辑母版文本样式&#10;第二级&#10;第三级&#10;第四级&#10;第五级"/>
  <p:tag name="KSO_WM_UNIT_ID" val="_6*h_f*1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Lst>
</file>

<file path=ppt/tags/tag45.xml><?xml version="1.0" encoding="utf-8"?>
<p:tagLst xmlns:p="http://schemas.openxmlformats.org/presentationml/2006/main">
  <p:tag name="KSO_WM_UNIT_TYPE" val="h_a"/>
  <p:tag name="KSO_WM_UNIT_INDEX" val="2_1"/>
  <p:tag name="KSO_WM_BEAUTIFY_FLAG" val="#wm#"/>
  <p:tag name="KSO_WM_TAG_VERSION" val="3.0"/>
  <p:tag name="KSO_WM_UNIT_PRESET_TEXT" val="单击此处编辑母版标题样式"/>
  <p:tag name="KSO_WM_UNIT_ID" val="_6*h_a*2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 name="KSO_WM_UNIT_ISCONTENTSTITLE" val="0"/>
</p:tagLst>
</file>

<file path=ppt/tags/tag46.xml><?xml version="1.0" encoding="utf-8"?>
<p:tagLst xmlns:p="http://schemas.openxmlformats.org/presentationml/2006/main">
  <p:tag name="KSO_WM_UNIT_TYPE" val="h_f"/>
  <p:tag name="KSO_WM_UNIT_SUBTYPE" val="a"/>
  <p:tag name="KSO_WM_UNIT_INDEX" val="2_1"/>
  <p:tag name="KSO_WM_BEAUTIFY_FLAG" val="#wm#"/>
  <p:tag name="KSO_WM_TAG_VERSION" val="3.0"/>
  <p:tag name="KSO_WM_UNIT_PRESET_TEXT" val="单击此处编辑母版文本样式&#10;第二级&#10;第三级&#10;第四级&#10;第五级"/>
  <p:tag name="KSO_WM_UNIT_ID" val="_6*h_f*2_1"/>
  <p:tag name="KSO_WM_UNIT_ISNUMDGMTITLE" val="0"/>
  <p:tag name="KSO_WM_UNIT_NOCLEAR" val="0"/>
  <p:tag name="KSO_WM_UNIT_HIGHLIGHT" val="0"/>
  <p:tag name="KSO_WM_UNIT_COMPATIBLE" val="0"/>
  <p:tag name="KSO_WM_UNIT_DIAGRAM_ISNUMVISUAL" val="0"/>
  <p:tag name="KSO_WM_UNIT_DIAGRAM_ISREFERUNIT" val="0"/>
  <p:tag name="KSO_WM_UNIT_LAYERLEVEL" val="1_1"/>
</p:tagLst>
</file>

<file path=ppt/tags/tag47.xml><?xml version="1.0" encoding="utf-8"?>
<p:tagLst xmlns:p="http://schemas.openxmlformats.org/presentationml/2006/main">
  <p:tag name="KSO_WM_UNIT_ID" val="_6**"/>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8.xml><?xml version="1.0" encoding="utf-8"?>
<p:tagLst xmlns:p="http://schemas.openxmlformats.org/presentationml/2006/main">
  <p:tag name="KSO_WM_UNIT_ID" val="_6**"/>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9.xml><?xml version="1.0" encoding="utf-8"?>
<p:tagLst xmlns:p="http://schemas.openxmlformats.org/presentationml/2006/main">
  <p:tag name="KSO_WM_UNIT_ID" val="_6**"/>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0.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6*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Lst>
</file>

<file path=ppt/tags/tag51.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29"/>
</p:tagLst>
</file>

<file path=ppt/tags/tag52.xml><?xml version="1.0" encoding="utf-8"?>
<p:tagLst xmlns:p="http://schemas.openxmlformats.org/presentationml/2006/main">
  <p:tag name="KSO_WM_UNIT_ID" val="_7**"/>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3.xml><?xml version="1.0" encoding="utf-8"?>
<p:tagLst xmlns:p="http://schemas.openxmlformats.org/presentationml/2006/main">
  <p:tag name="KSO_WM_UNIT_ID" val="_7**"/>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4.xml><?xml version="1.0" encoding="utf-8"?>
<p:tagLst xmlns:p="http://schemas.openxmlformats.org/presentationml/2006/main">
  <p:tag name="KSO_WM_UNIT_ID" val="_7**"/>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5.xml><?xml version="1.0" encoding="utf-8"?>
<p:tagLst xmlns:p="http://schemas.openxmlformats.org/presentationml/2006/main">
  <p:tag name="KSO_WM_UNIT_ID" val="_8**"/>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6.xml><?xml version="1.0" encoding="utf-8"?>
<p:tagLst xmlns:p="http://schemas.openxmlformats.org/presentationml/2006/main">
  <p:tag name="KSO_WM_UNIT_ID" val="_8**"/>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7.xml><?xml version="1.0" encoding="utf-8"?>
<p:tagLst xmlns:p="http://schemas.openxmlformats.org/presentationml/2006/main">
  <p:tag name="KSO_WM_UNIT_ID" val="_8**"/>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8.xml><?xml version="1.0" encoding="utf-8"?>
<p:tagLst xmlns:p="http://schemas.openxmlformats.org/presentationml/2006/main">
  <p:tag name="KSO_WM_UNIT_TYPE" val="f"/>
  <p:tag name="KSO_WM_UNIT_SUBTYPE" val="a"/>
  <p:tag name="KSO_WM_UNIT_INDEX" val="1"/>
  <p:tag name="KSO_WM_BEAUTIFY_FLAG" val="#wm#"/>
  <p:tag name="KSO_WM_TAG_VERSION" val="3.0"/>
  <p:tag name="KSO_WM_UNIT_PRESET_TEXT" val="单击此处编辑母版文本样式&#10;第二级&#10;第三级&#10;第四级&#10;第五级"/>
  <p:tag name="KSO_WM_UNIT_ID" val="_9*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59.xml><?xml version="1.0" encoding="utf-8"?>
<p:tagLst xmlns:p="http://schemas.openxmlformats.org/presentationml/2006/main">
  <p:tag name="KSO_WM_UNIT_ID" val="_9**"/>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0.xml><?xml version="1.0" encoding="utf-8"?>
<p:tagLst xmlns:p="http://schemas.openxmlformats.org/presentationml/2006/main">
  <p:tag name="KSO_WM_UNIT_ID" val="_9**"/>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1.xml><?xml version="1.0" encoding="utf-8"?>
<p:tagLst xmlns:p="http://schemas.openxmlformats.org/presentationml/2006/main">
  <p:tag name="KSO_WM_UNIT_ID" val="_9**"/>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2.xml><?xml version="1.0" encoding="utf-8"?>
<p:tagLst xmlns:p="http://schemas.openxmlformats.org/presentationml/2006/main">
  <p:tag name="KSO_WM_UNIT_TYPE" val="b"/>
  <p:tag name="KSO_WM_UNIT_INDEX" val="1"/>
  <p:tag name="KSO_WM_BEAUTIFY_FLAG" val="#wm#"/>
  <p:tag name="KSO_WM_TAG_VERSION" val="3.0"/>
  <p:tag name="KSO_WM_UNIT_PRESET_TEXT" val="单击此处编辑副标题"/>
  <p:tag name="KSO_WM_UNIT_ID" val="_10*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41"/>
</p:tagLst>
</file>

<file path=ppt/tags/tag63.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4.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5.xml><?xml version="1.0" encoding="utf-8"?>
<p:tagLst xmlns:p="http://schemas.openxmlformats.org/presentationml/2006/main">
  <p:tag name="KSO_WM_UNIT_ID" val="_1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6.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1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29"/>
</p:tagLst>
</file>

<file path=ppt/tags/tag6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8.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69.xml><?xml version="1.0" encoding="utf-8"?>
<p:tagLst xmlns:p="http://schemas.openxmlformats.org/presentationml/2006/main">
  <p:tag name="KSO_WM_UNIT_TYPE" val="i"/>
  <p:tag name="KSO_WM_UNIT_INDEX" val="5"/>
  <p:tag name="KSO_WM_BEAUTIFY_FLAG" val="#wm#"/>
  <p:tag name="KSO_WM_TAG_VERSION" val="3.0"/>
  <p:tag name="KSO_WM_UNIT_ID" val="_11*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0.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1.xml><?xml version="1.0" encoding="utf-8"?>
<p:tagLst xmlns:p="http://schemas.openxmlformats.org/presentationml/2006/main">
  <p:tag name="KSO_WM_UNIT_TYPE" val="i"/>
  <p:tag name="KSO_WM_UNIT_INDEX" val="7"/>
  <p:tag name="KSO_WM_BEAUTIFY_FLAG" val="#wm#"/>
  <p:tag name="KSO_WM_TAG_VERSION" val="3.0"/>
  <p:tag name="KSO_WM_UNIT_ID" val="_11*i*7"/>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2.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3.xml><?xml version="1.0" encoding="utf-8"?>
<p:tagLst xmlns:p="http://schemas.openxmlformats.org/presentationml/2006/main">
  <p:tag name="KSO_WM_UNIT_TYPE" val="a"/>
  <p:tag name="KSO_WM_UNIT_INDEX" val="1"/>
  <p:tag name="KSO_WM_BEAUTIFY_FLAG" val="#wm#"/>
  <p:tag name="KSO_WM_TAG_VERSION" val="3.0"/>
  <p:tag name="KSO_WM_UNIT_PRESET_TEXT" val="编辑母版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7"/>
</p:tagLst>
</file>

<file path=ppt/tags/tag74.xml><?xml version="1.0" encoding="utf-8"?>
<p:tagLst xmlns:p="http://schemas.openxmlformats.org/presentationml/2006/main">
  <p:tag name="KSO_WM_UNIT_TYPE" val="b"/>
  <p:tag name="KSO_WM_UNIT_INDEX" val="1"/>
  <p:tag name="KSO_WM_BEAUTIFY_FLAG" val="#wm#"/>
  <p:tag name="KSO_WM_TAG_VERSION" val="3.0"/>
  <p:tag name="KSO_WM_UNIT_PRESET_TEXT" val="单击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75.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6.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7.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8.xml><?xml version="1.0" encoding="utf-8"?>
<p:tagLst xmlns:p="http://schemas.openxmlformats.org/presentationml/2006/main">
  <p:tag name="KSO_WM_UNIT_TYPE" val="f"/>
  <p:tag name="KSO_WM_UNIT_SUBTYPE" val="g"/>
  <p:tag name="KSO_WM_UNIT_INDEX" val="3"/>
  <p:tag name="KSO_WM_BEAUTIFY_FLAG" val="#wm#"/>
  <p:tag name="KSO_WM_TAG_VERSION" val="3.0"/>
  <p:tag name="KSO_WM_UNIT_PRESET_TEXT" val="公司"/>
  <p:tag name="KSO_WM_UNIT_ID" val="_11*f*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4"/>
</p:tagLst>
</file>

<file path=ppt/tags/tag79.xml><?xml version="1.0" encoding="utf-8"?>
<p:tagLst xmlns:p="http://schemas.openxmlformats.org/presentationml/2006/main">
  <p:tag name="KSO_WM_UNIT_TYPE" val="f"/>
  <p:tag name="KSO_WM_UNIT_SUBTYPE" val="a"/>
  <p:tag name="KSO_WM_UNIT_INDEX" val="1"/>
  <p:tag name="KSO_WM_BEAUTIFY_FLAG" val="#wm#"/>
  <p:tag name="KSO_WM_TAG_VERSION" val="3.0"/>
  <p:tag name="KSO_WM_UNIT_PRESET_TEXT" val="日期"/>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12"/>
</p:tagLst>
</file>

<file path=ppt/tags/tag80.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1.xml><?xml version="1.0" encoding="utf-8"?>
<p:tagLst xmlns:p="http://schemas.openxmlformats.org/presentationml/2006/main">
  <p:tag name="KSO_WM_UNIT_TYPE" val="f"/>
  <p:tag name="KSO_WM_UNIT_SUBTYPE" val="b"/>
  <p:tag name="KSO_WM_UNIT_INDEX" val="2"/>
  <p:tag name="KSO_WM_BEAUTIFY_FLAG" val="#wm#"/>
  <p:tag name="KSO_WM_TAG_VERSION" val="3.0"/>
  <p:tag name="KSO_WM_UNIT_PRESET_TEXT" val="署名"/>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8"/>
</p:tagLst>
</file>

<file path=ppt/tags/tag82.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30"/>
  <p:tag name="KSO_WM_TEMPLATE_CATEGORY" val="custom"/>
  <p:tag name="KSO_WM_TEMPLATE_INDEX" val="20236353"/>
</p:tagLst>
</file>

<file path=ppt/tags/tag83.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350"/>
  <p:tag name="KSO_WM_TEMPLATE_CATEGORY" val="custom"/>
  <p:tag name="KSO_WM_TEMPLATE_INDEX" val="20236353"/>
</p:tagLst>
</file>

<file path=ppt/tags/tag8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6.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7.xml><?xml version="1.0" encoding="utf-8"?>
<p:tagLst xmlns:p="http://schemas.openxmlformats.org/presentationml/2006/main">
  <p:tag name="KSO_WM_UNIT_TYPE" val="i"/>
  <p:tag name="KSO_WM_UNIT_INDEX" val="1"/>
  <p:tag name="KSO_WM_BEAUTIFY_FLAG" val="#wm#"/>
  <p:tag name="KSO_WM_TAG_VERSION" val="3.0"/>
  <p:tag name="KSO_WM_UNIT_ID" val="_0*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8.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6353"/>
  <p:tag name="KSO_WM_TEMPLATE_CATEGORY" val="custom"/>
  <p:tag name="KSO_WM_TEMPLATE_MASTER_TYPE" val="0"/>
</p:tagLst>
</file>

<file path=ppt/tags/tag89.xml><?xml version="1.0" encoding="utf-8"?>
<p:tagLst xmlns:p="http://schemas.openxmlformats.org/presentationml/2006/main">
  <p:tag name="KSO_WM_UNIT_TYPE" val="a"/>
  <p:tag name="KSO_WM_UNIT_INDEX" val="1"/>
  <p:tag name="KSO_WM_BEAUTIFY_FLAG" val="#wm#"/>
  <p:tag name="KSO_WM_TAG_VERSION" val="3.0"/>
  <p:tag name="KSO_WM_UNIT_ID" val="custom20236353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ISCONTENTSTITLE" val="0"/>
  <p:tag name="KSO_WM_UNIT_VALUE" val="10"/>
  <p:tag name="KSO_WM_UNIT_TEXT_TYPE" val="1"/>
  <p:tag name="KSO_WM_UNIT_PRESET_TEXT" val="添加章节标题"/>
</p:tagLst>
</file>

<file path=ppt/tags/tag90.xml><?xml version="1.0" encoding="utf-8"?>
<p:tagLst xmlns:p="http://schemas.openxmlformats.org/presentationml/2006/main">
  <p:tag name="KSO_WM_UNIT_TYPE" val="e"/>
  <p:tag name="KSO_WM_UNIT_INDEX" val="1"/>
  <p:tag name="KSO_WM_BEAUTIFY_FLAG" val="#wm#"/>
  <p:tag name="KSO_WM_TAG_VERSION" val="3.0"/>
  <p:tag name="KSO_WM_UNIT_ID" val="custom20236353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VALUE" val="2"/>
</p:tagLst>
</file>

<file path=ppt/tags/tag9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6353"/>
  <p:tag name="KSO_WM_TEMPLATE_CATEGORY" val="custom"/>
  <p:tag name="KSO_WM_SLIDE_INDEX" val="7"/>
  <p:tag name="KSO_WM_SLIDE_ID" val="custom20236353_7"/>
  <p:tag name="KSO_WM_TEMPLATE_MASTER_TYPE" val="0"/>
  <p:tag name="KSO_WM_SLIDE_LAYOUT" val="a_b_e"/>
  <p:tag name="KSO_WM_SLIDE_LAYOUT_CNT" val="1_1_1"/>
</p:tagLst>
</file>

<file path=ppt/tags/tag92.xml><?xml version="1.0" encoding="utf-8"?>
<p:tagLst xmlns:p="http://schemas.openxmlformats.org/presentationml/2006/main">
  <p:tag name="KSO_WM_UNIT_TYPE" val="a"/>
  <p:tag name="KSO_WM_UNIT_INDEX" val="1"/>
  <p:tag name="KSO_WM_BEAUTIFY_FLAG" val="#wm#"/>
  <p:tag name="KSO_WM_TAG_VERSION" val="3.0"/>
  <p:tag name="KSO_WM_UNIT_ID" val="custom20236353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ISCONTENTSTITLE" val="0"/>
  <p:tag name="KSO_WM_UNIT_VALUE" val="10"/>
  <p:tag name="KSO_WM_UNIT_TEXT_TYPE" val="1"/>
  <p:tag name="KSO_WM_UNIT_PRESET_TEXT" val="添加章节标题"/>
</p:tagLst>
</file>

<file path=ppt/tags/tag93.xml><?xml version="1.0" encoding="utf-8"?>
<p:tagLst xmlns:p="http://schemas.openxmlformats.org/presentationml/2006/main">
  <p:tag name="KSO_WM_UNIT_TYPE" val="e"/>
  <p:tag name="KSO_WM_UNIT_INDEX" val="1"/>
  <p:tag name="KSO_WM_BEAUTIFY_FLAG" val="#wm#"/>
  <p:tag name="KSO_WM_TAG_VERSION" val="3.0"/>
  <p:tag name="KSO_WM_UNIT_ID" val="custom20236353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VALUE" val="2"/>
</p:tagLst>
</file>

<file path=ppt/tags/tag94.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6353"/>
  <p:tag name="KSO_WM_TEMPLATE_CATEGORY" val="custom"/>
  <p:tag name="KSO_WM_SLIDE_INDEX" val="7"/>
  <p:tag name="KSO_WM_SLIDE_ID" val="custom20236353_7"/>
  <p:tag name="KSO_WM_TEMPLATE_MASTER_TYPE" val="0"/>
  <p:tag name="KSO_WM_SLIDE_LAYOUT" val="a_b_e"/>
  <p:tag name="KSO_WM_SLIDE_LAYOUT_CNT" val="1_1_1"/>
</p:tagLst>
</file>

<file path=ppt/tags/tag95.xml><?xml version="1.0" encoding="utf-8"?>
<p:tagLst xmlns:p="http://schemas.openxmlformats.org/presentationml/2006/main">
  <p:tag name="KSO_WM_UNIT_TYPE" val="a"/>
  <p:tag name="KSO_WM_UNIT_INDEX" val="1"/>
  <p:tag name="KSO_WM_BEAUTIFY_FLAG" val="#wm#"/>
  <p:tag name="KSO_WM_TAG_VERSION" val="3.0"/>
  <p:tag name="KSO_WM_UNIT_ID" val="custom20236353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ISCONTENTSTITLE" val="0"/>
  <p:tag name="KSO_WM_UNIT_VALUE" val="10"/>
  <p:tag name="KSO_WM_UNIT_TEXT_TYPE" val="1"/>
  <p:tag name="KSO_WM_UNIT_PRESET_TEXT" val="添加章节标题"/>
</p:tagLst>
</file>

<file path=ppt/tags/tag96.xml><?xml version="1.0" encoding="utf-8"?>
<p:tagLst xmlns:p="http://schemas.openxmlformats.org/presentationml/2006/main">
  <p:tag name="KSO_WM_UNIT_TYPE" val="e"/>
  <p:tag name="KSO_WM_UNIT_INDEX" val="1"/>
  <p:tag name="KSO_WM_BEAUTIFY_FLAG" val="#wm#"/>
  <p:tag name="KSO_WM_TAG_VERSION" val="3.0"/>
  <p:tag name="KSO_WM_UNIT_ID" val="custom20236353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VALUE" val="2"/>
</p:tagLst>
</file>

<file path=ppt/tags/tag9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6353"/>
  <p:tag name="KSO_WM_TEMPLATE_CATEGORY" val="custom"/>
  <p:tag name="KSO_WM_SLIDE_INDEX" val="7"/>
  <p:tag name="KSO_WM_SLIDE_ID" val="custom20236353_7"/>
  <p:tag name="KSO_WM_TEMPLATE_MASTER_TYPE" val="0"/>
  <p:tag name="KSO_WM_SLIDE_LAYOUT" val="a_b_e"/>
  <p:tag name="KSO_WM_SLIDE_LAYOUT_CNT" val="1_1_1"/>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5,6,5,6,5,6]}"/>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5,6,5,6,5,6]}"/>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5,6,5,6,5,6]}"/>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5,6,5,6,5,6]}"/>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5,6,5,6,5,6]}"/>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5,6,5,6,5,6]}"/>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5,6,5,6,5,6]}"/>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10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5,6,5,6,5,6]}"/>
</p:tagLst>
</file>

<file path=ppt/tags/tag10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5,6,5,6,5,6]}"/>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1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5,6,5,6,5,6]}"/>
</p:tagLst>
</file>

<file path=ppt/tags/tag110.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KSO_WM_DIAGRAM_USE_COLOR_VALUE" val="{&quot;color_scheme&quot;:1,&quot;color_type&quot;:1,&quot;theme_color_indexes&quot;:[5,6,5,6,5,6]}"/>
</p:tagLst>
</file>

<file path=ppt/tags/tag111.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5,6,5,6,5,6]}"/>
</p:tagLst>
</file>

<file path=ppt/tags/tag112.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35.1438182103915,&quot;left&quot;:107.14999389648438,&quot;top&quot;:161.09374084472657,&quot;width&quot;:745.7000122070312}"/>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KSO_WM_DIAGRAM_USE_COLOR_VALUE" val="{&quot;color_scheme&quot;:1,&quot;color_type&quot;:1,&quot;theme_color_indexes&quot;:[5,6,5,6,5,6]}"/>
</p:tagLst>
</file>

<file path=ppt/tags/tag113.xml><?xml version="1.0" encoding="utf-8"?>
<p:tagLst xmlns:p="http://schemas.openxmlformats.org/presentationml/2006/main">
  <p:tag name="KSO_WM_UNIT_TYPE" val="a"/>
  <p:tag name="KSO_WM_UNIT_INDEX" val="1"/>
  <p:tag name="KSO_WM_BEAUTIFY_FLAG" val="#wm#"/>
  <p:tag name="KSO_WM_TAG_VERSION" val="3.0"/>
  <p:tag name="KSO_WM_UNIT_ID" val="custom20236353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ISCONTENTSTITLE" val="0"/>
  <p:tag name="KSO_WM_UNIT_VALUE" val="10"/>
  <p:tag name="KSO_WM_UNIT_TEXT_TYPE" val="1"/>
  <p:tag name="KSO_WM_UNIT_PRESET_TEXT" val="添加章节标题"/>
</p:tagLst>
</file>

<file path=ppt/tags/tag114.xml><?xml version="1.0" encoding="utf-8"?>
<p:tagLst xmlns:p="http://schemas.openxmlformats.org/presentationml/2006/main">
  <p:tag name="KSO_WM_UNIT_TYPE" val="e"/>
  <p:tag name="KSO_WM_UNIT_INDEX" val="1"/>
  <p:tag name="KSO_WM_BEAUTIFY_FLAG" val="#wm#"/>
  <p:tag name="KSO_WM_TAG_VERSION" val="3.0"/>
  <p:tag name="KSO_WM_UNIT_ID" val="custom20236353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VALUE" val="2"/>
</p:tagLst>
</file>

<file path=ppt/tags/tag115.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6353"/>
  <p:tag name="KSO_WM_TEMPLATE_CATEGORY" val="custom"/>
  <p:tag name="KSO_WM_SLIDE_INDEX" val="7"/>
  <p:tag name="KSO_WM_SLIDE_ID" val="custom20236353_7"/>
  <p:tag name="KSO_WM_TEMPLATE_MASTER_TYPE" val="0"/>
  <p:tag name="KSO_WM_SLIDE_LAYOUT" val="a_b_e"/>
  <p:tag name="KSO_WM_SLIDE_LAYOUT_CNT" val="1_1_1"/>
</p:tagLst>
</file>

<file path=ppt/tags/tag116.xml><?xml version="1.0" encoding="utf-8"?>
<p:tagLst xmlns:p="http://schemas.openxmlformats.org/presentationml/2006/main">
  <p:tag name="TABLE_ENDDRAG_ORIGIN_RECT" val="877*268"/>
  <p:tag name="TABLE_ENDDRAG_RECT" val="28*69*877*268"/>
</p:tagLst>
</file>

<file path=ppt/tags/tag117.xml><?xml version="1.0" encoding="utf-8"?>
<p:tagLst xmlns:p="http://schemas.openxmlformats.org/presentationml/2006/main">
  <p:tag name="KSO_WM_UNIT_TYPE" val="a"/>
  <p:tag name="KSO_WM_UNIT_INDEX" val="1"/>
  <p:tag name="KSO_WM_BEAUTIFY_FLAG" val="#wm#"/>
  <p:tag name="KSO_WM_TAG_VERSION" val="3.0"/>
  <p:tag name="KSO_WM_UNIT_ID" val="custom20236353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ISCONTENTSTITLE" val="0"/>
  <p:tag name="KSO_WM_UNIT_VALUE" val="10"/>
  <p:tag name="KSO_WM_UNIT_TEXT_TYPE" val="1"/>
  <p:tag name="KSO_WM_UNIT_PRESET_TEXT" val="添加章节标题"/>
</p:tagLst>
</file>

<file path=ppt/tags/tag118.xml><?xml version="1.0" encoding="utf-8"?>
<p:tagLst xmlns:p="http://schemas.openxmlformats.org/presentationml/2006/main">
  <p:tag name="KSO_WM_UNIT_TYPE" val="e"/>
  <p:tag name="KSO_WM_UNIT_INDEX" val="1"/>
  <p:tag name="KSO_WM_BEAUTIFY_FLAG" val="#wm#"/>
  <p:tag name="KSO_WM_TAG_VERSION" val="3.0"/>
  <p:tag name="KSO_WM_UNIT_ID" val="custom20236353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VALUE" val="2"/>
</p:tagLst>
</file>

<file path=ppt/tags/tag119.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6353"/>
  <p:tag name="KSO_WM_TEMPLATE_CATEGORY" val="custom"/>
  <p:tag name="KSO_WM_SLIDE_INDEX" val="7"/>
  <p:tag name="KSO_WM_SLIDE_ID" val="custom20236353_7"/>
  <p:tag name="KSO_WM_TEMPLATE_MASTER_TYPE" val="0"/>
  <p:tag name="KSO_WM_SLIDE_LAYOUT" val="a_b_e"/>
  <p:tag name="KSO_WM_SLIDE_LAYOUT_CNT" val="1_1_1"/>
</p:tagLst>
</file>

<file path=ppt/tags/tag120.xml><?xml version="1.0" encoding="utf-8"?>
<p:tagLst xmlns:p="http://schemas.openxmlformats.org/presentationml/2006/main">
  <p:tag name="KSO_WM_UNIT_TYPE" val="a"/>
  <p:tag name="KSO_WM_UNIT_INDEX" val="1"/>
  <p:tag name="KSO_WM_BEAUTIFY_FLAG" val="#wm#"/>
  <p:tag name="KSO_WM_TAG_VERSION" val="3.0"/>
  <p:tag name="KSO_WM_UNIT_ID" val="custom20236353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ISCONTENTSTITLE" val="0"/>
  <p:tag name="KSO_WM_UNIT_VALUE" val="10"/>
  <p:tag name="KSO_WM_UNIT_TEXT_TYPE" val="1"/>
  <p:tag name="KSO_WM_UNIT_PRESET_TEXT" val="添加章节标题"/>
</p:tagLst>
</file>

<file path=ppt/tags/tag121.xml><?xml version="1.0" encoding="utf-8"?>
<p:tagLst xmlns:p="http://schemas.openxmlformats.org/presentationml/2006/main">
  <p:tag name="KSO_WM_UNIT_TYPE" val="e"/>
  <p:tag name="KSO_WM_UNIT_INDEX" val="1"/>
  <p:tag name="KSO_WM_BEAUTIFY_FLAG" val="#wm#"/>
  <p:tag name="KSO_WM_TAG_VERSION" val="3.0"/>
  <p:tag name="KSO_WM_UNIT_ID" val="custom20236353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6353"/>
  <p:tag name="KSO_WM_TEMPLATE_CATEGORY" val="custom"/>
  <p:tag name="KSO_WM_UNIT_VALUE" val="2"/>
</p:tagLst>
</file>

<file path=ppt/tags/tag12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6353"/>
  <p:tag name="KSO_WM_TEMPLATE_CATEGORY" val="custom"/>
  <p:tag name="KSO_WM_SLIDE_INDEX" val="7"/>
  <p:tag name="KSO_WM_SLIDE_ID" val="custom20236353_7"/>
  <p:tag name="KSO_WM_TEMPLATE_MASTER_TYPE" val="0"/>
  <p:tag name="KSO_WM_SLIDE_LAYOUT" val="a_b_e"/>
  <p:tag name="KSO_WM_SLIDE_LAYOUT_CNT" val="1_1_1"/>
</p:tagLst>
</file>

<file path=ppt/tags/tag123.xml><?xml version="1.0" encoding="utf-8"?>
<p:tagLst xmlns:p="http://schemas.openxmlformats.org/presentationml/2006/main">
  <p:tag name="resource_record_key" val="{&quot;13&quot;:[20482076],&quot;65&quot;:[20236353],&quot;70&quot;:[3312268,3321416,3312913,3330466,3319064,3314103,3403268,3322233,331442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2166"/>
      </a:dk2>
      <a:lt2>
        <a:srgbClr val="E1ECFF"/>
      </a:lt2>
      <a:accent1>
        <a:srgbClr val="0048E5"/>
      </a:accent1>
      <a:accent2>
        <a:srgbClr val="2C70FF"/>
      </a:accent2>
      <a:accent3>
        <a:srgbClr val="63A2FF"/>
      </a:accent3>
      <a:accent4>
        <a:srgbClr val="8BA1C4"/>
      </a:accent4>
      <a:accent5>
        <a:srgbClr val="B1B1B1"/>
      </a:accent5>
      <a:accent6>
        <a:srgbClr val="70AD47"/>
      </a:accent6>
      <a:hlink>
        <a:srgbClr val="0563C1"/>
      </a:hlink>
      <a:folHlink>
        <a:srgbClr val="954F72"/>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3042</Words>
  <Application>WPS 演示</Application>
  <PresentationFormat>Widescreen</PresentationFormat>
  <Paragraphs>277</Paragraphs>
  <Slides>70</Slides>
  <Notes>11</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70</vt:i4>
      </vt:variant>
    </vt:vector>
  </HeadingPairs>
  <TitlesOfParts>
    <vt:vector size="85" baseType="lpstr">
      <vt:lpstr>Arial</vt:lpstr>
      <vt:lpstr>宋体</vt:lpstr>
      <vt:lpstr>Wingdings</vt:lpstr>
      <vt:lpstr>Calibri</vt:lpstr>
      <vt:lpstr>Calibri Light</vt:lpstr>
      <vt:lpstr>微软雅黑</vt:lpstr>
      <vt:lpstr>Arial Unicode MS</vt:lpstr>
      <vt:lpstr>Aptos</vt:lpstr>
      <vt:lpstr>Segoe UI</vt:lpstr>
      <vt:lpstr>等线</vt:lpstr>
      <vt:lpstr>+中文标题</vt:lpstr>
      <vt:lpstr>Segoe Print</vt:lpstr>
      <vt:lpstr>source sans pro</vt:lpstr>
      <vt:lpstr>Office 主题</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Prompt Engineering    </vt:lpstr>
      <vt:lpstr>PowerPoint 演示文稿</vt:lpstr>
      <vt:lpstr>PowerPoint 演示文稿</vt:lpstr>
      <vt:lpstr>PowerPoint 演示文稿</vt:lpstr>
      <vt:lpstr>PowerPoint 演示文稿</vt:lpstr>
      <vt:lpstr>PowerPoint 演示文稿</vt:lpstr>
      <vt:lpstr>LLM Configuration</vt:lpstr>
      <vt:lpstr>PowerPoint 演示文稿</vt:lpstr>
      <vt:lpstr>PowerPoint 演示文稿</vt:lpstr>
      <vt:lpstr>PowerPoint 演示文稿</vt:lpstr>
      <vt:lpstr>PowerPoint 演示文稿</vt:lpstr>
      <vt:lpstr>PowerPoint 演示文稿</vt:lpstr>
      <vt:lpstr>GenAI Project Lifecycle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GenAI Project Lifecycle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Computation Challenge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Efficient Multi-GPU Compute Strategies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topppt.cn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Max</cp:lastModifiedBy>
  <cp:revision>86</cp:revision>
  <dcterms:created xsi:type="dcterms:W3CDTF">2015-06-27T07:29:00Z</dcterms:created>
  <dcterms:modified xsi:type="dcterms:W3CDTF">2025-06-15T14:06:36Z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3159ad-d3f3-4355-9702-18da843e15a3_Enabled">
    <vt:lpwstr>true</vt:lpwstr>
  </property>
  <property fmtid="{D5CDD505-2E9C-101B-9397-08002B2CF9AE}" pid="3" name="MSIP_Label_103159ad-d3f3-4355-9702-18da843e15a3_SetDate">
    <vt:lpwstr>2025-06-03T23:00:31Z</vt:lpwstr>
  </property>
  <property fmtid="{D5CDD505-2E9C-101B-9397-08002B2CF9AE}" pid="4" name="MSIP_Label_103159ad-d3f3-4355-9702-18da843e15a3_Method">
    <vt:lpwstr>Standard</vt:lpwstr>
  </property>
  <property fmtid="{D5CDD505-2E9C-101B-9397-08002B2CF9AE}" pid="5" name="MSIP_Label_103159ad-d3f3-4355-9702-18da843e15a3_Name">
    <vt:lpwstr>Confidential</vt:lpwstr>
  </property>
  <property fmtid="{D5CDD505-2E9C-101B-9397-08002B2CF9AE}" pid="6" name="MSIP_Label_103159ad-d3f3-4355-9702-18da843e15a3_SiteId">
    <vt:lpwstr>bf998b72-5bac-4bd3-acfa-b18b718bdc19</vt:lpwstr>
  </property>
  <property fmtid="{D5CDD505-2E9C-101B-9397-08002B2CF9AE}" pid="7" name="MSIP_Label_103159ad-d3f3-4355-9702-18da843e15a3_ActionId">
    <vt:lpwstr>73935e72-afa0-4287-82ac-578ac2245088</vt:lpwstr>
  </property>
  <property fmtid="{D5CDD505-2E9C-101B-9397-08002B2CF9AE}" pid="8" name="MSIP_Label_103159ad-d3f3-4355-9702-18da843e15a3_ContentBits">
    <vt:lpwstr>2</vt:lpwstr>
  </property>
  <property fmtid="{D5CDD505-2E9C-101B-9397-08002B2CF9AE}" pid="9" name="MSIP_Label_103159ad-d3f3-4355-9702-18da843e15a3_Tag">
    <vt:lpwstr>50, 3, 0, 1</vt:lpwstr>
  </property>
  <property fmtid="{D5CDD505-2E9C-101B-9397-08002B2CF9AE}" pid="10" name="ClassificationContentMarkingFooterLocations">
    <vt:lpwstr>Office 主题:3\1_Office 主题:3</vt:lpwstr>
  </property>
  <property fmtid="{D5CDD505-2E9C-101B-9397-08002B2CF9AE}" pid="11" name="ClassificationContentMarkingFooterText">
    <vt:lpwstr>Confidential Information</vt:lpwstr>
  </property>
  <property fmtid="{D5CDD505-2E9C-101B-9397-08002B2CF9AE}" pid="12" name="ICV">
    <vt:lpwstr>A6FFD96457194DC4A1C263F88664E836_12</vt:lpwstr>
  </property>
  <property fmtid="{D5CDD505-2E9C-101B-9397-08002B2CF9AE}" pid="13" name="KSOProductBuildVer">
    <vt:lpwstr>2052-12.1.0.21171</vt:lpwstr>
  </property>
</Properties>
</file>