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6"/>
  </p:notesMasterIdLst>
  <p:sldIdLst>
    <p:sldId id="256" r:id="rId4"/>
    <p:sldId id="290" r:id="rId5"/>
    <p:sldId id="301" r:id="rId7"/>
    <p:sldId id="303" r:id="rId8"/>
    <p:sldId id="302" r:id="rId9"/>
    <p:sldId id="304" r:id="rId10"/>
    <p:sldId id="305" r:id="rId11"/>
    <p:sldId id="307" r:id="rId12"/>
    <p:sldId id="306" r:id="rId13"/>
    <p:sldId id="308" r:id="rId14"/>
    <p:sldId id="309" r:id="rId15"/>
    <p:sldId id="310" r:id="rId16"/>
    <p:sldId id="311" r:id="rId17"/>
    <p:sldId id="312" r:id="rId18"/>
    <p:sldId id="313" r:id="rId19"/>
    <p:sldId id="314" r:id="rId20"/>
    <p:sldId id="315" r:id="rId21"/>
    <p:sldId id="316" r:id="rId22"/>
    <p:sldId id="317" r:id="rId23"/>
    <p:sldId id="318" r:id="rId24"/>
    <p:sldId id="319" r:id="rId25"/>
    <p:sldId id="320" r:id="rId26"/>
  </p:sldIdLst>
  <p:sldSz cx="12192000" cy="6858000"/>
  <p:notesSz cx="6858000" cy="9144000"/>
  <p:custDataLst>
    <p:tags r:id="rId30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0"/>
    <a:srgbClr val="005898"/>
    <a:srgbClr val="BFEA1F"/>
    <a:srgbClr val="FEC925"/>
    <a:srgbClr val="005886"/>
    <a:srgbClr val="0582B2"/>
    <a:srgbClr val="DCDCDC"/>
    <a:srgbClr val="0789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02" autoAdjust="0"/>
    <p:restoredTop sz="85266"/>
  </p:normalViewPr>
  <p:slideViewPr>
    <p:cSldViewPr snapToGrid="0" showGuides="1">
      <p:cViewPr varScale="1">
        <p:scale>
          <a:sx n="94" d="100"/>
          <a:sy n="94" d="100"/>
        </p:scale>
        <p:origin x="1368" y="488"/>
      </p:cViewPr>
      <p:guideLst>
        <p:guide orient="horz" pos="2160"/>
        <p:guide pos="379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0" Type="http://schemas.openxmlformats.org/officeDocument/2006/relationships/tags" Target="tags/tag98.xml"/><Relationship Id="rId3" Type="http://schemas.openxmlformats.org/officeDocument/2006/relationships/slideMaster" Target="slideMasters/slideMaster2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E143F0-5E30-A943-A499-1D4E297B00D1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AI -&gt; has Genetic Algorithms, Statistic Learning, Evolutionary Algorithms, Probabilistic Models, Symbolic AI / Logic-Based 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AI -&gt; has Genetic Algorithms, Statistic Learning, Evolutionary Algorithms, Probabilistic Models, Symbolic AI / Logic-Based 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Normally 5 examples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dirty="0"/>
              <a:t>Once you've found the model that is working for you, there are a few settings that you can experiment with to </a:t>
            </a:r>
            <a:endParaRPr lang="en-US" altLang="zh-CN" dirty="0"/>
          </a:p>
          <a:p>
            <a:pPr algn="l"/>
            <a:r>
              <a:rPr lang="en-US" altLang="zh-CN" dirty="0"/>
              <a:t>influence the structure and style of the completions that the model generates.</a:t>
            </a:r>
            <a:endParaRPr lang="en-US" altLang="zh-CN" dirty="0"/>
          </a:p>
          <a:p>
            <a:pPr algn="l"/>
            <a:endParaRPr lang="en-US" altLang="zh-CN" dirty="0"/>
          </a:p>
          <a:p>
            <a:pPr algn="l"/>
            <a:r>
              <a:rPr lang="en-US" altLang="zh-CN" dirty="0"/>
              <a:t>Generally, if you find that your model isn't performing well, say, including five or six examples, you should try fine-tuning your model instead. Fine-tuning performs additional training on the model using new data to make it more capable of the task you want it to perform.</a:t>
            </a:r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5436A-3CC3-8242-A230-5928AB43C17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6" Type="http://schemas.openxmlformats.org/officeDocument/2006/relationships/image" Target="../media/image1.png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image" Target="../media/image2.png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6.xml"/><Relationship Id="rId13" Type="http://schemas.openxmlformats.org/officeDocument/2006/relationships/tags" Target="../tags/tag35.xml"/><Relationship Id="rId12" Type="http://schemas.openxmlformats.org/officeDocument/2006/relationships/tags" Target="../tags/tag34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50.xml"/><Relationship Id="rId8" Type="http://schemas.openxmlformats.org/officeDocument/2006/relationships/tags" Target="../tags/tag49.xml"/><Relationship Id="rId7" Type="http://schemas.openxmlformats.org/officeDocument/2006/relationships/tags" Target="../tags/tag48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74.xml"/><Relationship Id="rId8" Type="http://schemas.openxmlformats.org/officeDocument/2006/relationships/tags" Target="../tags/tag73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tags" Target="../tags/tag70.xml"/><Relationship Id="rId4" Type="http://schemas.openxmlformats.org/officeDocument/2006/relationships/tags" Target="../tags/tag69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7" Type="http://schemas.openxmlformats.org/officeDocument/2006/relationships/tags" Target="../tags/tag81.xml"/><Relationship Id="rId16" Type="http://schemas.openxmlformats.org/officeDocument/2006/relationships/image" Target="../media/image1.png"/><Relationship Id="rId15" Type="http://schemas.openxmlformats.org/officeDocument/2006/relationships/tags" Target="../tags/tag80.xml"/><Relationship Id="rId14" Type="http://schemas.openxmlformats.org/officeDocument/2006/relationships/tags" Target="../tags/tag79.xml"/><Relationship Id="rId13" Type="http://schemas.openxmlformats.org/officeDocument/2006/relationships/tags" Target="../tags/tag78.xml"/><Relationship Id="rId12" Type="http://schemas.openxmlformats.org/officeDocument/2006/relationships/tags" Target="../tags/tag77.xml"/><Relationship Id="rId11" Type="http://schemas.openxmlformats.org/officeDocument/2006/relationships/tags" Target="../tags/tag76.xml"/><Relationship Id="rId10" Type="http://schemas.openxmlformats.org/officeDocument/2006/relationships/tags" Target="../tags/tag75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29C054-22FA-404E-8AFD-F8DB492C4C91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073239E-9805-4B58-98BC-578519A4E58E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5C5586-4765-46AA-A3B4-DA46365CEC6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9BDA91-3807-4416-A160-E8F37B74BD2F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5C7688-190C-4ACB-A3D9-231F282A02DE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87D0487-CA0D-45B3-AD9B-D348E2079432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D151FB-8AAA-4FE9-A1EA-741B5941909E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C692BA-4462-41AA-AE4A-DDC7F83BC125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86F8A1-6382-4FA9-97FF-94C6EF12A773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0F9E068-E81B-4345-B589-B55A1F90E20E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537A96-75C8-4E1B-9D25-ADAC0AEB41DD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329EB5E-63BD-490E-B9F5-FA0D002138C0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0D66AF-F34E-4301-8B61-1E2E2BD7D19C}" type="datetimeFigureOut">
              <a:rPr lang="zh-CN" altLang="en-US"/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2587B05-1B86-48B9-84AF-9C53F3E1898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CFA20D-F03A-4496-8E5B-2546E0283B28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52924C-A0A2-4297-A4B1-B457E23EFC2A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C79AB6-A906-417E-AB67-8060FFCB2E6D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885CAB7-E977-40E2-A8C8-CCA09A29A0FD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C5D6C4-B03E-47BB-856D-9FFA318B0DB5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898C211-E843-41B9-BFE7-2848813AAFE4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5F68E8-6260-47C1-95B7-B11F30F3A233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C61E481-F80E-4573-B1F3-5FD3020DBB3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</a:gradFill>
          <a:ln>
            <a:noFill/>
            <a:prstDash val="solid"/>
          </a:ln>
          <a:effectLst>
            <a:outerShdw blurRad="203200" dist="101600" dir="8100000" algn="tr" rotWithShape="0">
              <a:srgbClr val="FF5DA9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bg1"/>
              </a:solidFill>
            </a:endParaRPr>
          </a:p>
        </p:txBody>
      </p:sp>
      <p:sp>
        <p:nvSpPr>
          <p:cNvPr id="13" name="任意多边形: 形状 12"/>
          <p:cNvSpPr/>
          <p:nvPr userDrawn="1">
            <p:custDataLst>
              <p:tags r:id="rId3"/>
            </p:custDataLst>
          </p:nvPr>
        </p:nvSpPr>
        <p:spPr>
          <a:xfrm>
            <a:off x="8633689" y="623453"/>
            <a:ext cx="3558311" cy="5350598"/>
          </a:xfrm>
          <a:custGeom>
            <a:avLst/>
            <a:gdLst>
              <a:gd name="connsiteX0" fmla="*/ 2675299 w 3558311"/>
              <a:gd name="connsiteY0" fmla="*/ 0 h 5350598"/>
              <a:gd name="connsiteX1" fmla="*/ 3470851 w 3558311"/>
              <a:gd name="connsiteY1" fmla="*/ 120276 h 5350598"/>
              <a:gd name="connsiteX2" fmla="*/ 3558311 w 3558311"/>
              <a:gd name="connsiteY2" fmla="*/ 152287 h 5350598"/>
              <a:gd name="connsiteX3" fmla="*/ 3558311 w 3558311"/>
              <a:gd name="connsiteY3" fmla="*/ 5198311 h 5350598"/>
              <a:gd name="connsiteX4" fmla="*/ 3470851 w 3558311"/>
              <a:gd name="connsiteY4" fmla="*/ 5230322 h 5350598"/>
              <a:gd name="connsiteX5" fmla="*/ 2675299 w 3558311"/>
              <a:gd name="connsiteY5" fmla="*/ 5350598 h 5350598"/>
              <a:gd name="connsiteX6" fmla="*/ 0 w 3558311"/>
              <a:gd name="connsiteY6" fmla="*/ 2675299 h 5350598"/>
              <a:gd name="connsiteX7" fmla="*/ 2675299 w 3558311"/>
              <a:gd name="connsiteY7" fmla="*/ 0 h 5350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58311" h="5350598">
                <a:moveTo>
                  <a:pt x="2675299" y="0"/>
                </a:moveTo>
                <a:cubicBezTo>
                  <a:pt x="2952335" y="0"/>
                  <a:pt x="3219536" y="42109"/>
                  <a:pt x="3470851" y="120276"/>
                </a:cubicBezTo>
                <a:lnTo>
                  <a:pt x="3558311" y="152287"/>
                </a:lnTo>
                <a:lnTo>
                  <a:pt x="3558311" y="5198311"/>
                </a:lnTo>
                <a:lnTo>
                  <a:pt x="3470851" y="5230322"/>
                </a:lnTo>
                <a:cubicBezTo>
                  <a:pt x="3219536" y="5308489"/>
                  <a:pt x="2952335" y="5350598"/>
                  <a:pt x="2675299" y="5350598"/>
                </a:cubicBezTo>
                <a:cubicBezTo>
                  <a:pt x="1197772" y="5350598"/>
                  <a:pt x="0" y="4152826"/>
                  <a:pt x="0" y="2675299"/>
                </a:cubicBezTo>
                <a:cubicBezTo>
                  <a:pt x="0" y="1197772"/>
                  <a:pt x="1197772" y="0"/>
                  <a:pt x="2675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FFFFFF">
                  <a:alpha val="60000"/>
                </a:srgbClr>
              </a:gs>
              <a:gs pos="90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800"/>
          </a:p>
        </p:txBody>
      </p:sp>
      <p:sp>
        <p:nvSpPr>
          <p:cNvPr id="15" name="椭圆 14"/>
          <p:cNvSpPr/>
          <p:nvPr userDrawn="1">
            <p:custDataLst>
              <p:tags r:id="rId4"/>
            </p:custDataLst>
          </p:nvPr>
        </p:nvSpPr>
        <p:spPr>
          <a:xfrm>
            <a:off x="7977477" y="3976255"/>
            <a:ext cx="2427286" cy="2427286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60000"/>
                </a:srgbClr>
              </a:gs>
              <a:gs pos="90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800">
              <a:sym typeface="+mn-ea"/>
            </a:endParaRPr>
          </a:p>
        </p:txBody>
      </p:sp>
      <p:sp>
        <p:nvSpPr>
          <p:cNvPr id="16" name="任意多边形: 形状 15"/>
          <p:cNvSpPr/>
          <p:nvPr userDrawn="1">
            <p:custDataLst>
              <p:tags r:id="rId5"/>
            </p:custDataLst>
          </p:nvPr>
        </p:nvSpPr>
        <p:spPr>
          <a:xfrm>
            <a:off x="0" y="0"/>
            <a:ext cx="1883538" cy="1650159"/>
          </a:xfrm>
          <a:custGeom>
            <a:avLst/>
            <a:gdLst>
              <a:gd name="connsiteX0" fmla="*/ 0 w 1883538"/>
              <a:gd name="connsiteY0" fmla="*/ 0 h 1650159"/>
              <a:gd name="connsiteX1" fmla="*/ 1883538 w 1883538"/>
              <a:gd name="connsiteY1" fmla="*/ 0 h 1650159"/>
              <a:gd name="connsiteX2" fmla="*/ 233379 w 1883538"/>
              <a:gd name="connsiteY2" fmla="*/ 1650159 h 1650159"/>
              <a:gd name="connsiteX3" fmla="*/ 64660 w 1883538"/>
              <a:gd name="connsiteY3" fmla="*/ 1641640 h 1650159"/>
              <a:gd name="connsiteX4" fmla="*/ 0 w 1883538"/>
              <a:gd name="connsiteY4" fmla="*/ 1631771 h 165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3538" h="1650159">
                <a:moveTo>
                  <a:pt x="0" y="0"/>
                </a:moveTo>
                <a:lnTo>
                  <a:pt x="1883538" y="0"/>
                </a:lnTo>
                <a:cubicBezTo>
                  <a:pt x="1883538" y="911358"/>
                  <a:pt x="1144737" y="1650159"/>
                  <a:pt x="233379" y="1650159"/>
                </a:cubicBezTo>
                <a:cubicBezTo>
                  <a:pt x="176419" y="1650159"/>
                  <a:pt x="120134" y="1647273"/>
                  <a:pt x="64660" y="1641640"/>
                </a:cubicBezTo>
                <a:lnTo>
                  <a:pt x="0" y="1631771"/>
                </a:lnTo>
                <a:close/>
              </a:path>
            </a:pathLst>
          </a:custGeom>
          <a:gradFill flip="none" rotWithShape="1">
            <a:gsLst>
              <a:gs pos="0">
                <a:srgbClr val="FFFFFF">
                  <a:alpha val="39000"/>
                </a:srgbClr>
              </a:gs>
              <a:gs pos="81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800" dirty="0"/>
          </a:p>
        </p:txBody>
      </p:sp>
      <p:cxnSp>
        <p:nvCxnSpPr>
          <p:cNvPr id="17" name="直接连接符 16"/>
          <p:cNvCxnSpPr/>
          <p:nvPr userDrawn="1">
            <p:custDataLst>
              <p:tags r:id="rId6"/>
            </p:custDataLst>
          </p:nvPr>
        </p:nvCxnSpPr>
        <p:spPr>
          <a:xfrm>
            <a:off x="11470255" y="1921"/>
            <a:ext cx="0" cy="6856095"/>
          </a:xfrm>
          <a:prstGeom prst="line">
            <a:avLst/>
          </a:prstGeom>
          <a:ln>
            <a:solidFill>
              <a:srgbClr val="FFFFFF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965835" y="1363345"/>
            <a:ext cx="6218555" cy="271907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600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11"/>
            </p:custDataLst>
          </p:nvPr>
        </p:nvSpPr>
        <p:spPr>
          <a:xfrm>
            <a:off x="1273180" y="448133"/>
            <a:ext cx="2880000" cy="50400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公司名</a:t>
            </a:r>
            <a:endParaRPr lang="zh-CN" altLang="en-US" dirty="0"/>
          </a:p>
        </p:txBody>
      </p:sp>
      <p:sp>
        <p:nvSpPr>
          <p:cNvPr id="14" name="日期时间占位符 7"/>
          <p:cNvSpPr>
            <a:spLocks noGrp="1"/>
          </p:cNvSpPr>
          <p:nvPr>
            <p:ph type="body" sz="quarter" idx="14" hasCustomPrompt="1"/>
            <p:custDataLst>
              <p:tags r:id="rId12"/>
            </p:custDataLst>
          </p:nvPr>
        </p:nvSpPr>
        <p:spPr>
          <a:xfrm>
            <a:off x="8823892" y="5661201"/>
            <a:ext cx="2427287" cy="504000"/>
          </a:xfrm>
        </p:spPr>
        <p:txBody>
          <a:bodyPr wrap="square" anchor="ctr">
            <a:normAutofit/>
          </a:bodyPr>
          <a:lstStyle>
            <a:lvl1pPr marL="0" indent="0" algn="r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日期时间</a:t>
            </a:r>
            <a:endParaRPr lang="zh-CN" alt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3"/>
            </p:custDataLst>
          </p:nvPr>
        </p:nvSpPr>
        <p:spPr>
          <a:xfrm>
            <a:off x="995477" y="4341084"/>
            <a:ext cx="2232000" cy="504000"/>
          </a:xfrm>
          <a:prstGeom prst="roundRect">
            <a:avLst>
              <a:gd name="adj" fmla="val 50000"/>
            </a:avLst>
          </a:prstGeom>
          <a:ln>
            <a:solidFill>
              <a:srgbClr val="FFFFFF"/>
            </a:solidFill>
          </a:ln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rgbClr val="FFFFFF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23" name="直接连接符 22"/>
          <p:cNvCxnSpPr/>
          <p:nvPr>
            <p:custDataLst>
              <p:tags r:id="rId14"/>
            </p:custDataLst>
          </p:nvPr>
        </p:nvCxnSpPr>
        <p:spPr>
          <a:xfrm>
            <a:off x="1142240" y="628976"/>
            <a:ext cx="0" cy="161365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图片 17" descr="图片1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/>
          <a:srcRect l="1265" b="18498"/>
          <a:stretch>
            <a:fillRect/>
          </a:stretch>
        </p:blipFill>
        <p:spPr>
          <a:xfrm>
            <a:off x="0" y="4418330"/>
            <a:ext cx="4460240" cy="24396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839788" y="565200"/>
            <a:ext cx="1609599" cy="1081088"/>
          </a:xfrm>
        </p:spPr>
        <p:txBody>
          <a:bodyPr wrap="square" anchor="b">
            <a:normAutofit/>
          </a:bodyPr>
          <a:lstStyle>
            <a:lvl1pPr>
              <a:defRPr sz="6000">
                <a:solidFill>
                  <a:schemeClr val="accent2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任意多边形: 形状 9"/>
          <p:cNvSpPr/>
          <p:nvPr userDrawn="1">
            <p:custDataLst>
              <p:tags r:id="rId6"/>
            </p:custDataLst>
          </p:nvPr>
        </p:nvSpPr>
        <p:spPr>
          <a:xfrm>
            <a:off x="7623000" y="0"/>
            <a:ext cx="4569001" cy="2235200"/>
          </a:xfrm>
          <a:custGeom>
            <a:avLst/>
            <a:gdLst>
              <a:gd name="connsiteX0" fmla="*/ 0 w 6726149"/>
              <a:gd name="connsiteY0" fmla="*/ 0 h 3290498"/>
              <a:gd name="connsiteX1" fmla="*/ 6726149 w 6726149"/>
              <a:gd name="connsiteY1" fmla="*/ 0 h 3290498"/>
              <a:gd name="connsiteX2" fmla="*/ 6726149 w 6726149"/>
              <a:gd name="connsiteY2" fmla="*/ 2976151 h 3290498"/>
              <a:gd name="connsiteX3" fmla="*/ 6504586 w 6726149"/>
              <a:gd name="connsiteY3" fmla="*/ 3051120 h 3290498"/>
              <a:gd name="connsiteX4" fmla="*/ 4921250 w 6726149"/>
              <a:gd name="connsiteY4" fmla="*/ 3290498 h 3290498"/>
              <a:gd name="connsiteX5" fmla="*/ 15199 w 6726149"/>
              <a:gd name="connsiteY5" fmla="*/ 38549 h 3290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26149" h="3290498">
                <a:moveTo>
                  <a:pt x="0" y="0"/>
                </a:moveTo>
                <a:lnTo>
                  <a:pt x="6726149" y="0"/>
                </a:lnTo>
                <a:lnTo>
                  <a:pt x="6726149" y="2976151"/>
                </a:lnTo>
                <a:lnTo>
                  <a:pt x="6504586" y="3051120"/>
                </a:lnTo>
                <a:cubicBezTo>
                  <a:pt x="6004411" y="3206691"/>
                  <a:pt x="5472617" y="3290498"/>
                  <a:pt x="4921250" y="3290498"/>
                </a:cubicBezTo>
                <a:cubicBezTo>
                  <a:pt x="2715781" y="3290498"/>
                  <a:pt x="823498" y="1949583"/>
                  <a:pt x="15199" y="38549"/>
                </a:cubicBezTo>
                <a:close/>
              </a:path>
            </a:pathLst>
          </a:custGeom>
          <a:solidFill>
            <a:schemeClr val="accent2"/>
          </a:soli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80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</a:gradFill>
          <a:ln>
            <a:noFill/>
            <a:prstDash val="solid"/>
          </a:ln>
          <a:effectLst>
            <a:outerShdw blurRad="203200" dist="101600" dir="8100000" algn="tr" rotWithShape="0">
              <a:srgbClr val="FF5DA9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bg1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rcRect l="38052" b="9236"/>
          <a:stretch>
            <a:fillRect/>
          </a:stretch>
        </p:blipFill>
        <p:spPr>
          <a:xfrm>
            <a:off x="0" y="1844324"/>
            <a:ext cx="9266198" cy="5013676"/>
          </a:xfrm>
          <a:custGeom>
            <a:avLst/>
            <a:gdLst>
              <a:gd name="connsiteX0" fmla="*/ 0 w 8263308"/>
              <a:gd name="connsiteY0" fmla="*/ 0 h 4471041"/>
              <a:gd name="connsiteX1" fmla="*/ 8263308 w 8263308"/>
              <a:gd name="connsiteY1" fmla="*/ 0 h 4471041"/>
              <a:gd name="connsiteX2" fmla="*/ 8263308 w 8263308"/>
              <a:gd name="connsiteY2" fmla="*/ 4471041 h 4471041"/>
              <a:gd name="connsiteX3" fmla="*/ 0 w 8263308"/>
              <a:gd name="connsiteY3" fmla="*/ 4471041 h 4471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63308" h="4471041">
                <a:moveTo>
                  <a:pt x="0" y="0"/>
                </a:moveTo>
                <a:lnTo>
                  <a:pt x="8263308" y="0"/>
                </a:lnTo>
                <a:lnTo>
                  <a:pt x="8263308" y="4471041"/>
                </a:lnTo>
                <a:lnTo>
                  <a:pt x="0" y="4471041"/>
                </a:lnTo>
                <a:close/>
              </a:path>
            </a:pathLst>
          </a:custGeom>
        </p:spPr>
      </p:pic>
      <p:sp>
        <p:nvSpPr>
          <p:cNvPr id="15" name="任意多边形: 形状 14"/>
          <p:cNvSpPr/>
          <p:nvPr userDrawn="1">
            <p:custDataLst>
              <p:tags r:id="rId5"/>
            </p:custDataLst>
          </p:nvPr>
        </p:nvSpPr>
        <p:spPr>
          <a:xfrm>
            <a:off x="0" y="0"/>
            <a:ext cx="1883538" cy="1650159"/>
          </a:xfrm>
          <a:custGeom>
            <a:avLst/>
            <a:gdLst>
              <a:gd name="connsiteX0" fmla="*/ 0 w 1883538"/>
              <a:gd name="connsiteY0" fmla="*/ 0 h 1650159"/>
              <a:gd name="connsiteX1" fmla="*/ 1883538 w 1883538"/>
              <a:gd name="connsiteY1" fmla="*/ 0 h 1650159"/>
              <a:gd name="connsiteX2" fmla="*/ 233379 w 1883538"/>
              <a:gd name="connsiteY2" fmla="*/ 1650159 h 1650159"/>
              <a:gd name="connsiteX3" fmla="*/ 64660 w 1883538"/>
              <a:gd name="connsiteY3" fmla="*/ 1641640 h 1650159"/>
              <a:gd name="connsiteX4" fmla="*/ 0 w 1883538"/>
              <a:gd name="connsiteY4" fmla="*/ 1631771 h 165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3538" h="1650159">
                <a:moveTo>
                  <a:pt x="0" y="0"/>
                </a:moveTo>
                <a:lnTo>
                  <a:pt x="1883538" y="0"/>
                </a:lnTo>
                <a:cubicBezTo>
                  <a:pt x="1883538" y="911358"/>
                  <a:pt x="1144737" y="1650159"/>
                  <a:pt x="233379" y="1650159"/>
                </a:cubicBezTo>
                <a:cubicBezTo>
                  <a:pt x="176419" y="1650159"/>
                  <a:pt x="120134" y="1647273"/>
                  <a:pt x="64660" y="1641640"/>
                </a:cubicBezTo>
                <a:lnTo>
                  <a:pt x="0" y="1631771"/>
                </a:lnTo>
                <a:close/>
              </a:path>
            </a:pathLst>
          </a:custGeom>
          <a:gradFill flip="none" rotWithShape="1">
            <a:gsLst>
              <a:gs pos="0">
                <a:srgbClr val="FFFFFF">
                  <a:alpha val="39000"/>
                </a:srgbClr>
              </a:gs>
              <a:gs pos="81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800"/>
          </a:p>
        </p:txBody>
      </p:sp>
      <p:cxnSp>
        <p:nvCxnSpPr>
          <p:cNvPr id="16" name="直接连接符 15"/>
          <p:cNvCxnSpPr/>
          <p:nvPr userDrawn="1">
            <p:custDataLst>
              <p:tags r:id="rId6"/>
            </p:custDataLst>
          </p:nvPr>
        </p:nvCxnSpPr>
        <p:spPr>
          <a:xfrm>
            <a:off x="11470255" y="19701"/>
            <a:ext cx="0" cy="6838315"/>
          </a:xfrm>
          <a:prstGeom prst="line">
            <a:avLst/>
          </a:prstGeom>
          <a:ln>
            <a:solidFill>
              <a:srgbClr val="FFFFFF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 userDrawn="1">
            <p:custDataLst>
              <p:tags r:id="rId7"/>
            </p:custDataLst>
          </p:nvPr>
        </p:nvCxnSpPr>
        <p:spPr>
          <a:xfrm>
            <a:off x="1063721" y="3674747"/>
            <a:ext cx="752379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/>
          <p:cNvSpPr/>
          <p:nvPr userDrawn="1">
            <p:custDataLst>
              <p:tags r:id="rId8"/>
            </p:custDataLst>
          </p:nvPr>
        </p:nvSpPr>
        <p:spPr>
          <a:xfrm>
            <a:off x="6776966" y="1350564"/>
            <a:ext cx="4156873" cy="4156873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60000"/>
                </a:srgbClr>
              </a:gs>
              <a:gs pos="90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8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053089" y="2371205"/>
            <a:ext cx="6347172" cy="1152000"/>
          </a:xfrm>
        </p:spPr>
        <p:txBody>
          <a:bodyPr wrap="square" anchor="b">
            <a:normAutofit/>
          </a:bodyPr>
          <a:lstStyle>
            <a:lvl1pPr algn="l">
              <a:defRPr sz="540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10"/>
            </p:custDataLst>
          </p:nvPr>
        </p:nvSpPr>
        <p:spPr>
          <a:xfrm>
            <a:off x="1053089" y="3826290"/>
            <a:ext cx="4569600" cy="93600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11"/>
            </p:custDataLst>
          </p:nvPr>
        </p:nvSpPr>
        <p:spPr>
          <a:xfrm>
            <a:off x="7550611" y="2094294"/>
            <a:ext cx="2535210" cy="2371688"/>
          </a:xfrm>
        </p:spPr>
        <p:txBody>
          <a:bodyPr wrap="none" anchor="ctr">
            <a:normAutofit/>
          </a:bodyPr>
          <a:lstStyle>
            <a:lvl1pPr marL="0" indent="0" algn="ctr">
              <a:buNone/>
              <a:defRPr sz="16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</a:gradFill>
          <a:ln>
            <a:noFill/>
            <a:prstDash val="solid"/>
          </a:ln>
          <a:effectLst>
            <a:outerShdw blurRad="203200" dist="101600" dir="8100000" algn="tr" rotWithShape="0">
              <a:srgbClr val="FF5DA9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zh-CN" altLang="en-US" sz="1800"/>
          </a:p>
        </p:txBody>
      </p:sp>
      <p:sp>
        <p:nvSpPr>
          <p:cNvPr id="13" name="任意多边形: 形状 12"/>
          <p:cNvSpPr/>
          <p:nvPr userDrawn="1">
            <p:custDataLst>
              <p:tags r:id="rId3"/>
            </p:custDataLst>
          </p:nvPr>
        </p:nvSpPr>
        <p:spPr>
          <a:xfrm>
            <a:off x="8633689" y="623453"/>
            <a:ext cx="3558311" cy="5350598"/>
          </a:xfrm>
          <a:custGeom>
            <a:avLst/>
            <a:gdLst>
              <a:gd name="connsiteX0" fmla="*/ 2675299 w 3558311"/>
              <a:gd name="connsiteY0" fmla="*/ 0 h 5350598"/>
              <a:gd name="connsiteX1" fmla="*/ 3470851 w 3558311"/>
              <a:gd name="connsiteY1" fmla="*/ 120276 h 5350598"/>
              <a:gd name="connsiteX2" fmla="*/ 3558311 w 3558311"/>
              <a:gd name="connsiteY2" fmla="*/ 152287 h 5350598"/>
              <a:gd name="connsiteX3" fmla="*/ 3558311 w 3558311"/>
              <a:gd name="connsiteY3" fmla="*/ 5198311 h 5350598"/>
              <a:gd name="connsiteX4" fmla="*/ 3470851 w 3558311"/>
              <a:gd name="connsiteY4" fmla="*/ 5230322 h 5350598"/>
              <a:gd name="connsiteX5" fmla="*/ 2675299 w 3558311"/>
              <a:gd name="connsiteY5" fmla="*/ 5350598 h 5350598"/>
              <a:gd name="connsiteX6" fmla="*/ 0 w 3558311"/>
              <a:gd name="connsiteY6" fmla="*/ 2675299 h 5350598"/>
              <a:gd name="connsiteX7" fmla="*/ 2675299 w 3558311"/>
              <a:gd name="connsiteY7" fmla="*/ 0 h 5350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58311" h="5350598">
                <a:moveTo>
                  <a:pt x="2675299" y="0"/>
                </a:moveTo>
                <a:cubicBezTo>
                  <a:pt x="2952335" y="0"/>
                  <a:pt x="3219536" y="42109"/>
                  <a:pt x="3470851" y="120276"/>
                </a:cubicBezTo>
                <a:lnTo>
                  <a:pt x="3558311" y="152287"/>
                </a:lnTo>
                <a:lnTo>
                  <a:pt x="3558311" y="5198311"/>
                </a:lnTo>
                <a:lnTo>
                  <a:pt x="3470851" y="5230322"/>
                </a:lnTo>
                <a:cubicBezTo>
                  <a:pt x="3219536" y="5308489"/>
                  <a:pt x="2952335" y="5350598"/>
                  <a:pt x="2675299" y="5350598"/>
                </a:cubicBezTo>
                <a:cubicBezTo>
                  <a:pt x="1197772" y="5350598"/>
                  <a:pt x="0" y="4152826"/>
                  <a:pt x="0" y="2675299"/>
                </a:cubicBezTo>
                <a:cubicBezTo>
                  <a:pt x="0" y="1197772"/>
                  <a:pt x="1197772" y="0"/>
                  <a:pt x="2675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FFFFFF">
                  <a:alpha val="60000"/>
                </a:srgbClr>
              </a:gs>
              <a:gs pos="90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800">
              <a:sym typeface="+mn-ea"/>
            </a:endParaRPr>
          </a:p>
        </p:txBody>
      </p:sp>
      <p:sp>
        <p:nvSpPr>
          <p:cNvPr id="15" name="椭圆 14"/>
          <p:cNvSpPr/>
          <p:nvPr userDrawn="1">
            <p:custDataLst>
              <p:tags r:id="rId4"/>
            </p:custDataLst>
          </p:nvPr>
        </p:nvSpPr>
        <p:spPr>
          <a:xfrm>
            <a:off x="7977477" y="3976255"/>
            <a:ext cx="2427286" cy="2427286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60000"/>
                </a:srgbClr>
              </a:gs>
              <a:gs pos="90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800">
              <a:sym typeface="+mn-ea"/>
            </a:endParaRPr>
          </a:p>
        </p:txBody>
      </p:sp>
      <p:sp>
        <p:nvSpPr>
          <p:cNvPr id="16" name="任意多边形: 形状 15"/>
          <p:cNvSpPr/>
          <p:nvPr userDrawn="1">
            <p:custDataLst>
              <p:tags r:id="rId5"/>
            </p:custDataLst>
          </p:nvPr>
        </p:nvSpPr>
        <p:spPr>
          <a:xfrm>
            <a:off x="0" y="0"/>
            <a:ext cx="1883538" cy="1650159"/>
          </a:xfrm>
          <a:custGeom>
            <a:avLst/>
            <a:gdLst>
              <a:gd name="connsiteX0" fmla="*/ 0 w 1883538"/>
              <a:gd name="connsiteY0" fmla="*/ 0 h 1650159"/>
              <a:gd name="connsiteX1" fmla="*/ 1883538 w 1883538"/>
              <a:gd name="connsiteY1" fmla="*/ 0 h 1650159"/>
              <a:gd name="connsiteX2" fmla="*/ 233379 w 1883538"/>
              <a:gd name="connsiteY2" fmla="*/ 1650159 h 1650159"/>
              <a:gd name="connsiteX3" fmla="*/ 64660 w 1883538"/>
              <a:gd name="connsiteY3" fmla="*/ 1641640 h 1650159"/>
              <a:gd name="connsiteX4" fmla="*/ 0 w 1883538"/>
              <a:gd name="connsiteY4" fmla="*/ 1631771 h 165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3538" h="1650159">
                <a:moveTo>
                  <a:pt x="0" y="0"/>
                </a:moveTo>
                <a:lnTo>
                  <a:pt x="1883538" y="0"/>
                </a:lnTo>
                <a:cubicBezTo>
                  <a:pt x="1883538" y="911358"/>
                  <a:pt x="1144737" y="1650159"/>
                  <a:pt x="233379" y="1650159"/>
                </a:cubicBezTo>
                <a:cubicBezTo>
                  <a:pt x="176419" y="1650159"/>
                  <a:pt x="120134" y="1647273"/>
                  <a:pt x="64660" y="1641640"/>
                </a:cubicBezTo>
                <a:lnTo>
                  <a:pt x="0" y="1631771"/>
                </a:lnTo>
                <a:close/>
              </a:path>
            </a:pathLst>
          </a:custGeom>
          <a:gradFill flip="none" rotWithShape="1">
            <a:gsLst>
              <a:gs pos="0">
                <a:srgbClr val="FFFFFF">
                  <a:alpha val="39000"/>
                </a:srgbClr>
              </a:gs>
              <a:gs pos="81000">
                <a:srgbClr val="FFFFFF">
                  <a:alpha val="0"/>
                </a:srgbClr>
              </a:gs>
            </a:gsLst>
            <a:lin ang="2700000" scaled="1"/>
            <a:tileRect/>
          </a:gradFill>
          <a:ln>
            <a:noFill/>
            <a:prstDash val="solid"/>
          </a:ln>
          <a:effectLst>
            <a:outerShdw blurRad="203200" dist="101600" dir="8100000" algn="tr" rotWithShape="0">
              <a:srgbClr val="0048E5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800"/>
          </a:p>
        </p:txBody>
      </p:sp>
      <p:cxnSp>
        <p:nvCxnSpPr>
          <p:cNvPr id="17" name="直接连接符 16"/>
          <p:cNvCxnSpPr/>
          <p:nvPr userDrawn="1">
            <p:custDataLst>
              <p:tags r:id="rId6"/>
            </p:custDataLst>
          </p:nvPr>
        </p:nvCxnSpPr>
        <p:spPr>
          <a:xfrm>
            <a:off x="11470255" y="12081"/>
            <a:ext cx="0" cy="6840000"/>
          </a:xfrm>
          <a:prstGeom prst="line">
            <a:avLst/>
          </a:prstGeom>
          <a:ln>
            <a:solidFill>
              <a:srgbClr val="FFFFFF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 userDrawn="1">
            <p:custDataLst>
              <p:tags r:id="rId7"/>
            </p:custDataLst>
          </p:nvPr>
        </p:nvCxnSpPr>
        <p:spPr>
          <a:xfrm>
            <a:off x="1142240" y="628976"/>
            <a:ext cx="0" cy="161365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8"/>
            </p:custDataLst>
          </p:nvPr>
        </p:nvSpPr>
        <p:spPr>
          <a:xfrm>
            <a:off x="1104021" y="3142114"/>
            <a:ext cx="5960827" cy="1133614"/>
          </a:xfrm>
        </p:spPr>
        <p:txBody>
          <a:bodyPr wrap="square" anchor="t">
            <a:normAutofit/>
          </a:bodyPr>
          <a:lstStyle>
            <a:lvl1pPr algn="l">
              <a:lnSpc>
                <a:spcPct val="100000"/>
              </a:lnSpc>
              <a:defRPr sz="660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9"/>
            </p:custDataLst>
          </p:nvPr>
        </p:nvSpPr>
        <p:spPr>
          <a:xfrm>
            <a:off x="1104020" y="2118218"/>
            <a:ext cx="5960827" cy="972000"/>
          </a:xfrm>
        </p:spPr>
        <p:txBody>
          <a:bodyPr wrap="square" anchor="b">
            <a:normAutofit/>
          </a:bodyPr>
          <a:lstStyle>
            <a:lvl1pPr marL="0" indent="0"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13"/>
            </p:custDataLst>
          </p:nvPr>
        </p:nvSpPr>
        <p:spPr>
          <a:xfrm>
            <a:off x="1248873" y="436776"/>
            <a:ext cx="2469327" cy="50400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公司</a:t>
            </a:r>
            <a:endParaRPr lang="zh-CN" altLang="en-US" dirty="0"/>
          </a:p>
        </p:txBody>
      </p:sp>
      <p:sp>
        <p:nvSpPr>
          <p:cNvPr id="14" name="日期时间占位符 7"/>
          <p:cNvSpPr>
            <a:spLocks noGrp="1"/>
          </p:cNvSpPr>
          <p:nvPr>
            <p:ph type="body" sz="quarter" idx="14" hasCustomPrompt="1"/>
            <p:custDataLst>
              <p:tags r:id="rId14"/>
            </p:custDataLst>
          </p:nvPr>
        </p:nvSpPr>
        <p:spPr>
          <a:xfrm>
            <a:off x="8843635" y="5830798"/>
            <a:ext cx="2427286" cy="365125"/>
          </a:xfrm>
        </p:spPr>
        <p:txBody>
          <a:bodyPr wrap="square" anchor="ctr">
            <a:normAutofit/>
          </a:bodyPr>
          <a:lstStyle>
            <a:lvl1pPr marL="0" indent="0" algn="r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日期</a:t>
            </a:r>
            <a:endParaRPr lang="zh-CN" altLang="en-US" dirty="0"/>
          </a:p>
        </p:txBody>
      </p:sp>
      <p:pic>
        <p:nvPicPr>
          <p:cNvPr id="7" name="图片 6" descr="图片1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/>
          <a:srcRect l="1265" b="18498"/>
          <a:stretch>
            <a:fillRect/>
          </a:stretch>
        </p:blipFill>
        <p:spPr>
          <a:xfrm>
            <a:off x="0" y="4418330"/>
            <a:ext cx="4460240" cy="2439670"/>
          </a:xfrm>
          <a:prstGeom prst="rect">
            <a:avLst/>
          </a:prstGeom>
        </p:spPr>
      </p:pic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7"/>
            </p:custDataLst>
          </p:nvPr>
        </p:nvSpPr>
        <p:spPr>
          <a:xfrm>
            <a:off x="1104021" y="4483323"/>
            <a:ext cx="2232000" cy="504000"/>
          </a:xfrm>
          <a:prstGeom prst="roundRect">
            <a:avLst>
              <a:gd name="adj" fmla="val 50000"/>
            </a:avLst>
          </a:prstGeom>
          <a:ln>
            <a:solidFill>
              <a:srgbClr val="FFFFFF"/>
            </a:solidFill>
          </a:ln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rgbClr val="FFFFFF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9" Type="http://schemas.openxmlformats.org/officeDocument/2006/relationships/theme" Target="../theme/theme2.xml"/><Relationship Id="rId18" Type="http://schemas.openxmlformats.org/officeDocument/2006/relationships/tags" Target="../tags/tag88.xml"/><Relationship Id="rId17" Type="http://schemas.openxmlformats.org/officeDocument/2006/relationships/tags" Target="../tags/tag87.xml"/><Relationship Id="rId16" Type="http://schemas.openxmlformats.org/officeDocument/2006/relationships/tags" Target="../tags/tag86.xml"/><Relationship Id="rId15" Type="http://schemas.openxmlformats.org/officeDocument/2006/relationships/tags" Target="../tags/tag85.xml"/><Relationship Id="rId14" Type="http://schemas.openxmlformats.org/officeDocument/2006/relationships/tags" Target="../tags/tag84.xml"/><Relationship Id="rId13" Type="http://schemas.openxmlformats.org/officeDocument/2006/relationships/tags" Target="../tags/tag83.xml"/><Relationship Id="rId12" Type="http://schemas.openxmlformats.org/officeDocument/2006/relationships/tags" Target="../tags/tag8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880AC5F5-0BC5-4382-AA5C-66CAA18E2FAA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E24AF8C2-C6CE-495E-8D91-34386FB4A79F}" type="slidenum">
              <a:rPr lang="zh-CN" altLang="en-US"/>
            </a:fld>
            <a:endParaRPr lang="zh-CN" altLang="en-US"/>
          </a:p>
        </p:txBody>
      </p:sp>
      <p:sp>
        <p:nvSpPr>
          <p:cNvPr id="3" name="TextBox 2"/>
          <p:cNvSpPr txBox="1"/>
          <p:nvPr userDrawn="1"/>
        </p:nvSpPr>
        <p:spPr>
          <a:xfrm>
            <a:off x="63500" y="6642100"/>
            <a:ext cx="12969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Confidential Information</a:t>
            </a:r>
            <a:endParaRPr lang="en-US" sz="1000">
              <a:solidFill>
                <a:srgbClr val="000000">
                  <a:alpha val="50000"/>
                </a:srgb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任意多边形: 形状 9"/>
          <p:cNvSpPr/>
          <p:nvPr userDrawn="1">
            <p:custDataLst>
              <p:tags r:id="rId17"/>
            </p:custDataLst>
          </p:nvPr>
        </p:nvSpPr>
        <p:spPr>
          <a:xfrm>
            <a:off x="9028430" y="0"/>
            <a:ext cx="3163570" cy="1548130"/>
          </a:xfrm>
          <a:custGeom>
            <a:avLst/>
            <a:gdLst>
              <a:gd name="connsiteX0" fmla="*/ 0 w 6726149"/>
              <a:gd name="connsiteY0" fmla="*/ 0 h 3290498"/>
              <a:gd name="connsiteX1" fmla="*/ 6726149 w 6726149"/>
              <a:gd name="connsiteY1" fmla="*/ 0 h 3290498"/>
              <a:gd name="connsiteX2" fmla="*/ 6726149 w 6726149"/>
              <a:gd name="connsiteY2" fmla="*/ 2976151 h 3290498"/>
              <a:gd name="connsiteX3" fmla="*/ 6504586 w 6726149"/>
              <a:gd name="connsiteY3" fmla="*/ 3051120 h 3290498"/>
              <a:gd name="connsiteX4" fmla="*/ 4921250 w 6726149"/>
              <a:gd name="connsiteY4" fmla="*/ 3290498 h 3290498"/>
              <a:gd name="connsiteX5" fmla="*/ 15199 w 6726149"/>
              <a:gd name="connsiteY5" fmla="*/ 38549 h 3290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26149" h="3290498">
                <a:moveTo>
                  <a:pt x="0" y="0"/>
                </a:moveTo>
                <a:lnTo>
                  <a:pt x="6726149" y="0"/>
                </a:lnTo>
                <a:lnTo>
                  <a:pt x="6726149" y="2976151"/>
                </a:lnTo>
                <a:lnTo>
                  <a:pt x="6504586" y="3051120"/>
                </a:lnTo>
                <a:cubicBezTo>
                  <a:pt x="6004411" y="3206691"/>
                  <a:pt x="5472617" y="3290498"/>
                  <a:pt x="4921250" y="3290498"/>
                </a:cubicBezTo>
                <a:cubicBezTo>
                  <a:pt x="2715781" y="3290498"/>
                  <a:pt x="823498" y="1949583"/>
                  <a:pt x="15199" y="38549"/>
                </a:cubicBezTo>
                <a:close/>
              </a:path>
            </a:pathLst>
          </a:custGeom>
          <a:solidFill>
            <a:schemeClr val="accent2">
              <a:alpha val="5000"/>
            </a:schemeClr>
          </a:solidFill>
          <a:ln>
            <a:noFill/>
            <a:prstDash val="solid"/>
          </a:ln>
          <a:effectLst>
            <a:outerShdw blurRad="304800" dist="101600" dir="8100000" algn="tr" rotWithShape="0">
              <a:srgbClr val="0048E5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800"/>
          </a:p>
        </p:txBody>
      </p:sp>
      <p:sp>
        <p:nvSpPr>
          <p:cNvPr id="7" name="KSO_TEMPLATE" hidden="1"/>
          <p:cNvSpPr/>
          <p:nvPr userDrawn="1">
            <p:custDataLst>
              <p:tags r:id="rId1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" Type="http://schemas.openxmlformats.org/officeDocument/2006/relationships/tags" Target="../tags/tag8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" Type="http://schemas.openxmlformats.org/officeDocument/2006/relationships/tags" Target="../tags/tag9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tags" Target="../tags/tag9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7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任意多边形 139"/>
          <p:cNvSpPr/>
          <p:nvPr/>
        </p:nvSpPr>
        <p:spPr>
          <a:xfrm>
            <a:off x="0" y="9525"/>
            <a:ext cx="11134725" cy="6848475"/>
          </a:xfrm>
          <a:custGeom>
            <a:avLst/>
            <a:gdLst>
              <a:gd name="connsiteX0" fmla="*/ 4447063 w 11135481"/>
              <a:gd name="connsiteY0" fmla="*/ 0 h 6848401"/>
              <a:gd name="connsiteX1" fmla="*/ 11135481 w 11135481"/>
              <a:gd name="connsiteY1" fmla="*/ 6848401 h 6848401"/>
              <a:gd name="connsiteX2" fmla="*/ 0 w 11135481"/>
              <a:gd name="connsiteY2" fmla="*/ 6848401 h 6848401"/>
              <a:gd name="connsiteX3" fmla="*/ 0 w 11135481"/>
              <a:gd name="connsiteY3" fmla="*/ 5676736 h 6848401"/>
              <a:gd name="connsiteX4" fmla="*/ 1611244 w 11135481"/>
              <a:gd name="connsiteY4" fmla="*/ 1056 h 684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35481" h="6848401">
                <a:moveTo>
                  <a:pt x="4447063" y="0"/>
                </a:moveTo>
                <a:lnTo>
                  <a:pt x="11135481" y="6848401"/>
                </a:lnTo>
                <a:lnTo>
                  <a:pt x="0" y="6848401"/>
                </a:lnTo>
                <a:lnTo>
                  <a:pt x="0" y="5676736"/>
                </a:lnTo>
                <a:lnTo>
                  <a:pt x="1611244" y="1056"/>
                </a:lnTo>
                <a:close/>
              </a:path>
            </a:pathLst>
          </a:custGeom>
          <a:solidFill>
            <a:srgbClr val="0058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pic>
        <p:nvPicPr>
          <p:cNvPr id="3076" name="图片 1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541"/>
          <a:stretch>
            <a:fillRect/>
          </a:stretch>
        </p:blipFill>
        <p:spPr bwMode="auto">
          <a:xfrm>
            <a:off x="419100" y="1224955"/>
            <a:ext cx="4437063" cy="485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077" name="组合 117"/>
          <p:cNvGrpSpPr/>
          <p:nvPr/>
        </p:nvGrpSpPr>
        <p:grpSpPr bwMode="auto">
          <a:xfrm>
            <a:off x="8750300" y="0"/>
            <a:ext cx="3441700" cy="1308100"/>
            <a:chOff x="7213599" y="-2"/>
            <a:chExt cx="4978400" cy="1993901"/>
          </a:xfrm>
        </p:grpSpPr>
        <p:sp>
          <p:nvSpPr>
            <p:cNvPr id="117" name="任意多边形 116"/>
            <p:cNvSpPr/>
            <p:nvPr/>
          </p:nvSpPr>
          <p:spPr>
            <a:xfrm rot="10800000">
              <a:off x="7213599" y="-2"/>
              <a:ext cx="4978400" cy="1993901"/>
            </a:xfrm>
            <a:custGeom>
              <a:avLst/>
              <a:gdLst>
                <a:gd name="connsiteX0" fmla="*/ 4850924 w 4850924"/>
                <a:gd name="connsiteY0" fmla="*/ 1887546 h 1887546"/>
                <a:gd name="connsiteX1" fmla="*/ 0 w 4850924"/>
                <a:gd name="connsiteY1" fmla="*/ 1887546 h 1887546"/>
                <a:gd name="connsiteX2" fmla="*/ 0 w 4850924"/>
                <a:gd name="connsiteY2" fmla="*/ 224 h 1887546"/>
                <a:gd name="connsiteX3" fmla="*/ 2686004 w 4850924"/>
                <a:gd name="connsiteY3" fmla="*/ 0 h 1887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50924" h="1887546">
                  <a:moveTo>
                    <a:pt x="4850924" y="1887546"/>
                  </a:moveTo>
                  <a:lnTo>
                    <a:pt x="0" y="1887546"/>
                  </a:lnTo>
                  <a:lnTo>
                    <a:pt x="0" y="224"/>
                  </a:lnTo>
                  <a:lnTo>
                    <a:pt x="2686004" y="0"/>
                  </a:lnTo>
                  <a:close/>
                </a:path>
              </a:pathLst>
            </a:custGeom>
            <a:solidFill>
              <a:schemeClr val="bg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/>
            </a:p>
          </p:txBody>
        </p:sp>
        <p:sp>
          <p:nvSpPr>
            <p:cNvPr id="116" name="任意多边形 115"/>
            <p:cNvSpPr/>
            <p:nvPr/>
          </p:nvSpPr>
          <p:spPr>
            <a:xfrm rot="10800000">
              <a:off x="7342192" y="-2"/>
              <a:ext cx="4849807" cy="1887431"/>
            </a:xfrm>
            <a:custGeom>
              <a:avLst/>
              <a:gdLst>
                <a:gd name="connsiteX0" fmla="*/ 4850924 w 4850924"/>
                <a:gd name="connsiteY0" fmla="*/ 1887546 h 1887546"/>
                <a:gd name="connsiteX1" fmla="*/ 0 w 4850924"/>
                <a:gd name="connsiteY1" fmla="*/ 1887546 h 1887546"/>
                <a:gd name="connsiteX2" fmla="*/ 0 w 4850924"/>
                <a:gd name="connsiteY2" fmla="*/ 224 h 1887546"/>
                <a:gd name="connsiteX3" fmla="*/ 2686004 w 4850924"/>
                <a:gd name="connsiteY3" fmla="*/ 0 h 1887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50924" h="1887546">
                  <a:moveTo>
                    <a:pt x="4850924" y="1887546"/>
                  </a:moveTo>
                  <a:lnTo>
                    <a:pt x="0" y="1887546"/>
                  </a:lnTo>
                  <a:lnTo>
                    <a:pt x="0" y="224"/>
                  </a:lnTo>
                  <a:lnTo>
                    <a:pt x="2686004" y="0"/>
                  </a:lnTo>
                  <a:close/>
                </a:path>
              </a:pathLst>
            </a:custGeom>
            <a:solidFill>
              <a:srgbClr val="DCDCDC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dirty="0"/>
            </a:p>
          </p:txBody>
        </p:sp>
      </p:grpSp>
      <p:sp>
        <p:nvSpPr>
          <p:cNvPr id="3079" name="文本框 135"/>
          <p:cNvSpPr txBox="1">
            <a:spLocks noChangeArrowheads="1"/>
          </p:cNvSpPr>
          <p:nvPr/>
        </p:nvSpPr>
        <p:spPr bwMode="auto">
          <a:xfrm>
            <a:off x="5884863" y="2727325"/>
            <a:ext cx="5888037" cy="922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Basics</a:t>
            </a:r>
            <a:endParaRPr lang="en-US" altLang="en-AU" sz="5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0" name="文本框 136"/>
          <p:cNvSpPr txBox="1">
            <a:spLocks noChangeArrowheads="1"/>
          </p:cNvSpPr>
          <p:nvPr/>
        </p:nvSpPr>
        <p:spPr bwMode="auto">
          <a:xfrm>
            <a:off x="5911850" y="4037013"/>
            <a:ext cx="55594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r" eaLnBrk="1" hangingPunct="1"/>
            <a:r>
              <a: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1" name="文本框 137"/>
          <p:cNvSpPr txBox="1">
            <a:spLocks noChangeArrowheads="1"/>
          </p:cNvSpPr>
          <p:nvPr/>
        </p:nvSpPr>
        <p:spPr bwMode="auto">
          <a:xfrm>
            <a:off x="5899150" y="3660775"/>
            <a:ext cx="55943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r" eaLnBrk="1" hangingPunct="1"/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Series by Max 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Meng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7957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Large Language Models 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740" y="954405"/>
            <a:ext cx="7439025" cy="40671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7957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 Brief History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759206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Understanding Languages is Challenging!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650" y="1457325"/>
            <a:ext cx="4705350" cy="14763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125" y="3854450"/>
            <a:ext cx="6905625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265747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What did right?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5695" y="1552575"/>
            <a:ext cx="7419975" cy="3752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265747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What did right?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8410" y="1428750"/>
            <a:ext cx="4657725" cy="13335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870" y="4004310"/>
            <a:ext cx="5467350" cy="1962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265747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Transformer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2675" y="1433195"/>
            <a:ext cx="7486650" cy="39909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52830" y="2371090"/>
            <a:ext cx="5995670" cy="1151890"/>
          </a:xfrm>
        </p:spPr>
        <p:txBody>
          <a:bodyPr>
            <a:normAutofit/>
          </a:bodyPr>
          <a:lstStyle/>
          <a:p>
            <a:r>
              <a:rPr lang="en-US" altLang="zh-CN" sz="4400"/>
              <a:t>Prompt Engineering    </a:t>
            </a:r>
            <a:endParaRPr lang="en-US" altLang="zh-CN" sz="440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>
            <a:normAutofit fontScale="85000" lnSpcReduction="10000"/>
          </a:bodyPr>
          <a:lstStyle/>
          <a:p>
            <a:r>
              <a:rPr lang="zh-CN" altLang="en-US"/>
              <a:t>01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Prompt and Prompt Engineering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475" y="1457325"/>
            <a:ext cx="7639050" cy="394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Prompt and Prompt Engineering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220" y="1581150"/>
            <a:ext cx="7400925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829627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In-Context Learning (ICL) - Zero Short Inference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6170" y="2233295"/>
            <a:ext cx="7439025" cy="23907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772223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In-Context Learning (ICL) - One/Few Short Inference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475" y="1457325"/>
            <a:ext cx="7639050" cy="3943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Summary of In-Context Learning (ICL)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6645" y="1766570"/>
            <a:ext cx="7458075" cy="3324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52830" y="2371090"/>
            <a:ext cx="5995670" cy="1151890"/>
          </a:xfrm>
        </p:spPr>
        <p:txBody>
          <a:bodyPr>
            <a:normAutofit/>
          </a:bodyPr>
          <a:lstStyle/>
          <a:p>
            <a:r>
              <a:rPr lang="en-US" altLang="zh-CN" sz="4400"/>
              <a:t>LLM Configuration</a:t>
            </a:r>
            <a:endParaRPr lang="en-US" altLang="zh-CN" sz="440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>
            <a:normAutofit fontScale="75000" lnSpcReduction="10000"/>
          </a:bodyPr>
          <a:lstStyle/>
          <a:p>
            <a:r>
              <a:rPr lang="zh-CN" altLang="en-US"/>
              <a:t>0</a:t>
            </a:r>
            <a:r>
              <a:rPr lang="en-US" altLang="zh-CN"/>
              <a:t>2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Inference Parameters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2445" y="1885950"/>
            <a:ext cx="608647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Inference Parameters - Max New Tokens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3125" y="1533525"/>
            <a:ext cx="7905750" cy="37909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7920355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Inference Parameters - </a:t>
            </a:r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Greedy vs. Random Sampling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9520" y="1676400"/>
            <a:ext cx="7172325" cy="3505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Inference Parameters - Top K </a:t>
            </a:r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Sampling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9470" y="1771650"/>
            <a:ext cx="7972425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Inference Parameters - T</a:t>
            </a:r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emperature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1870" y="1814195"/>
            <a:ext cx="7667625" cy="32289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52830" y="2371090"/>
            <a:ext cx="5995670" cy="1151890"/>
          </a:xfrm>
        </p:spPr>
        <p:txBody>
          <a:bodyPr>
            <a:normAutofit fontScale="90000"/>
          </a:bodyPr>
          <a:lstStyle/>
          <a:p>
            <a:r>
              <a:rPr lang="en-US" altLang="zh-CN" sz="4400"/>
              <a:t>GenAI Project Lifecycle</a:t>
            </a:r>
            <a:endParaRPr lang="en-US" altLang="zh-CN" sz="4400"/>
          </a:p>
        </p:txBody>
      </p:sp>
      <p:sp>
        <p:nvSpPr>
          <p:cNvPr id="6" name="节编号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>
            <a:normAutofit fontScale="75000" lnSpcReduction="10000"/>
          </a:bodyPr>
          <a:lstStyle/>
          <a:p>
            <a:r>
              <a:rPr lang="zh-CN" altLang="en-US"/>
              <a:t>0</a:t>
            </a:r>
            <a:r>
              <a:rPr lang="en-US" altLang="zh-CN"/>
              <a:t>3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GenAI Project Lifecycle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燕尾形 43"/>
          <p:cNvSpPr/>
          <p:nvPr/>
        </p:nvSpPr>
        <p:spPr>
          <a:xfrm>
            <a:off x="911860" y="1280795"/>
            <a:ext cx="1720215" cy="354965"/>
          </a:xfrm>
          <a:prstGeom prst="chevr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Scope</a:t>
            </a:r>
            <a:endParaRPr lang="en-US" altLang="zh-CN"/>
          </a:p>
        </p:txBody>
      </p:sp>
      <p:sp>
        <p:nvSpPr>
          <p:cNvPr id="46" name="燕尾形 45"/>
          <p:cNvSpPr/>
          <p:nvPr/>
        </p:nvSpPr>
        <p:spPr>
          <a:xfrm>
            <a:off x="2632075" y="1280795"/>
            <a:ext cx="1720215" cy="354965"/>
          </a:xfrm>
          <a:prstGeom prst="chevr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Select</a:t>
            </a:r>
            <a:endParaRPr lang="en-US" altLang="zh-CN"/>
          </a:p>
        </p:txBody>
      </p:sp>
      <p:sp>
        <p:nvSpPr>
          <p:cNvPr id="48" name="燕尾形 47"/>
          <p:cNvSpPr/>
          <p:nvPr/>
        </p:nvSpPr>
        <p:spPr>
          <a:xfrm>
            <a:off x="4352290" y="1280795"/>
            <a:ext cx="3440430" cy="354965"/>
          </a:xfrm>
          <a:prstGeom prst="chevr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Modeling</a:t>
            </a:r>
            <a:endParaRPr lang="en-US" altLang="zh-CN"/>
          </a:p>
        </p:txBody>
      </p:sp>
      <p:sp>
        <p:nvSpPr>
          <p:cNvPr id="50" name="燕尾形 49"/>
          <p:cNvSpPr/>
          <p:nvPr/>
        </p:nvSpPr>
        <p:spPr>
          <a:xfrm>
            <a:off x="7792720" y="1280795"/>
            <a:ext cx="3440430" cy="354965"/>
          </a:xfrm>
          <a:prstGeom prst="chevr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Integration</a:t>
            </a:r>
            <a:endParaRPr lang="en-US" altLang="zh-CN"/>
          </a:p>
        </p:txBody>
      </p:sp>
      <p:sp>
        <p:nvSpPr>
          <p:cNvPr id="51" name="矩形 50"/>
          <p:cNvSpPr/>
          <p:nvPr/>
        </p:nvSpPr>
        <p:spPr>
          <a:xfrm>
            <a:off x="911860" y="1741170"/>
            <a:ext cx="1621155" cy="23742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Define the usecase</a:t>
            </a:r>
            <a:endParaRPr lang="en-US" altLang="zh-CN"/>
          </a:p>
        </p:txBody>
      </p:sp>
      <p:sp>
        <p:nvSpPr>
          <p:cNvPr id="58" name="矩形 57"/>
          <p:cNvSpPr/>
          <p:nvPr/>
        </p:nvSpPr>
        <p:spPr>
          <a:xfrm>
            <a:off x="2632075" y="1741170"/>
            <a:ext cx="1621155" cy="23742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Choose an existing model or pretain your own</a:t>
            </a:r>
            <a:endParaRPr lang="en-US" altLang="zh-CN"/>
          </a:p>
        </p:txBody>
      </p:sp>
      <p:sp>
        <p:nvSpPr>
          <p:cNvPr id="59" name="矩形 58"/>
          <p:cNvSpPr/>
          <p:nvPr/>
        </p:nvSpPr>
        <p:spPr>
          <a:xfrm>
            <a:off x="4352290" y="1741170"/>
            <a:ext cx="1621155" cy="90995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Prompt Engineering</a:t>
            </a:r>
            <a:endParaRPr lang="en-US" altLang="zh-CN"/>
          </a:p>
        </p:txBody>
      </p:sp>
      <p:sp>
        <p:nvSpPr>
          <p:cNvPr id="60" name="矩形 59"/>
          <p:cNvSpPr/>
          <p:nvPr/>
        </p:nvSpPr>
        <p:spPr>
          <a:xfrm>
            <a:off x="4352290" y="2756535"/>
            <a:ext cx="1621155" cy="90995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Fine-Tuning</a:t>
            </a:r>
            <a:endParaRPr lang="en-US" altLang="zh-CN"/>
          </a:p>
        </p:txBody>
      </p:sp>
      <p:sp>
        <p:nvSpPr>
          <p:cNvPr id="61" name="矩形 60"/>
          <p:cNvSpPr/>
          <p:nvPr/>
        </p:nvSpPr>
        <p:spPr>
          <a:xfrm>
            <a:off x="4352290" y="3771900"/>
            <a:ext cx="1621155" cy="90995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Align with Human Feedback</a:t>
            </a:r>
            <a:endParaRPr lang="en-US" altLang="zh-CN"/>
          </a:p>
        </p:txBody>
      </p:sp>
      <p:sp>
        <p:nvSpPr>
          <p:cNvPr id="62" name="矩形 61"/>
          <p:cNvSpPr/>
          <p:nvPr/>
        </p:nvSpPr>
        <p:spPr>
          <a:xfrm>
            <a:off x="6072505" y="1741170"/>
            <a:ext cx="1621155" cy="29406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Evaluation</a:t>
            </a:r>
            <a:endParaRPr lang="en-US" altLang="zh-CN"/>
          </a:p>
        </p:txBody>
      </p:sp>
      <p:sp>
        <p:nvSpPr>
          <p:cNvPr id="63" name="矩形 62"/>
          <p:cNvSpPr/>
          <p:nvPr/>
        </p:nvSpPr>
        <p:spPr>
          <a:xfrm>
            <a:off x="7792720" y="1741170"/>
            <a:ext cx="1621155" cy="29406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Optimize and Deploy model for Inference</a:t>
            </a:r>
            <a:endParaRPr lang="en-US" altLang="zh-CN"/>
          </a:p>
        </p:txBody>
      </p:sp>
      <p:sp>
        <p:nvSpPr>
          <p:cNvPr id="64" name="矩形 63"/>
          <p:cNvSpPr/>
          <p:nvPr/>
        </p:nvSpPr>
        <p:spPr>
          <a:xfrm>
            <a:off x="9512935" y="1741170"/>
            <a:ext cx="1621155" cy="294068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Augment Model and build LLM-powered applications</a:t>
            </a:r>
            <a:endParaRPr lang="en-US" alt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57188" y="355600"/>
            <a:ext cx="254000" cy="254000"/>
          </a:xfrm>
          <a:prstGeom prst="rect">
            <a:avLst/>
          </a:prstGeom>
          <a:solidFill>
            <a:srgbClr val="0058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文本框 4"/>
          <p:cNvSpPr txBox="1">
            <a:spLocks noChangeArrowheads="1"/>
          </p:cNvSpPr>
          <p:nvPr/>
        </p:nvSpPr>
        <p:spPr bwMode="auto">
          <a:xfrm>
            <a:off x="685800" y="282575"/>
            <a:ext cx="6122670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en-AU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Tasks</a:t>
            </a:r>
            <a:endParaRPr lang="en-US" altLang="en-AU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661795"/>
            <a:ext cx="7620000" cy="353377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TYPE" val="f"/>
  <p:tag name="KSO_WM_UNIT_SUBTYPE" val="g"/>
  <p:tag name="KSO_WM_UNIT_INDEX" val="3"/>
  <p:tag name="KSO_WM_BEAUTIFY_FLAG" val="#wm#"/>
  <p:tag name="KSO_WM_TAG_VERSION" val="3.0"/>
  <p:tag name="KSO_WM_UNIT_PRESET_TEXT" val="公司名"/>
  <p:tag name="KSO_WM_UNIT_ID" val="_1*f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30"/>
</p:tagLst>
</file>

<file path=ppt/tags/tag11.xml><?xml version="1.0" encoding="utf-8"?>
<p:tagLst xmlns:p="http://schemas.openxmlformats.org/presentationml/2006/main">
  <p:tag name="KSO_WM_UNIT_TYPE" val="f"/>
  <p:tag name="KSO_WM_UNIT_SUBTYPE" val="c"/>
  <p:tag name="KSO_WM_UNIT_INDEX" val="2"/>
  <p:tag name="KSO_WM_BEAUTIFY_FLAG" val="#wm#"/>
  <p:tag name="KSO_WM_TAG_VERSION" val="3.0"/>
  <p:tag name="KSO_WM_UNIT_PRESET_TEXT" val="日期时间"/>
  <p:tag name="KSO_WM_UNIT_ID" val="_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4"/>
</p:tagLst>
</file>

<file path=ppt/tags/tag12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8"/>
</p:tagLst>
</file>

<file path=ppt/tags/tag1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16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2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0"/>
</p:tagLst>
</file>

<file path=ppt/tags/tag32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7"/>
</p:tagLst>
</file>

<file path=ppt/tags/tag33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"/>
</p:tagLst>
</file>

<file path=ppt/tags/tag34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38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44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45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46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47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52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63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6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母版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7"/>
</p:tagLst>
</file>

<file path=ppt/tags/tag7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75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.xml><?xml version="1.0" encoding="utf-8"?>
<p:tagLst xmlns:p="http://schemas.openxmlformats.org/presentationml/2006/main">
  <p:tag name="KSO_WM_UNIT_TYPE" val="f"/>
  <p:tag name="KSO_WM_UNIT_SUBTYPE" val="g"/>
  <p:tag name="KSO_WM_UNIT_INDEX" val="3"/>
  <p:tag name="KSO_WM_BEAUTIFY_FLAG" val="#wm#"/>
  <p:tag name="KSO_WM_TAG_VERSION" val="3.0"/>
  <p:tag name="KSO_WM_UNIT_PRESET_TEXT" val="公司"/>
  <p:tag name="KSO_WM_UNIT_ID" val="_11*f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4"/>
</p:tagLst>
</file>

<file path=ppt/tags/tag7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日期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2"/>
</p:tagLst>
</file>

<file path=ppt/tags/tag80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.xml><?xml version="1.0" encoding="utf-8"?>
<p:tagLst xmlns:p="http://schemas.openxmlformats.org/presentationml/2006/main">
  <p:tag name="KSO_WM_UNIT_TYPE" val="f"/>
  <p:tag name="KSO_WM_UNIT_SUBTYPE" val="b"/>
  <p:tag name="KSO_WM_UNIT_INDEX" val="2"/>
  <p:tag name="KSO_WM_BEAUTIFY_FLAG" val="#wm#"/>
  <p:tag name="KSO_WM_TAG_VERSION" val="3.0"/>
  <p:tag name="KSO_WM_UNIT_PRESET_TEXT" val="署名"/>
  <p:tag name="KSO_WM_UNIT_ID" val="_1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8"/>
</p:tagLst>
</file>

<file path=ppt/tags/tag8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0"/>
  <p:tag name="KSO_WM_TEMPLATE_CATEGORY" val="custom"/>
  <p:tag name="KSO_WM_TEMPLATE_INDEX" val="20236353"/>
</p:tagLst>
</file>

<file path=ppt/tags/tag83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350"/>
  <p:tag name="KSO_WM_TEMPLATE_CATEGORY" val="custom"/>
  <p:tag name="KSO_WM_TEMPLATE_INDEX" val="20236353"/>
</p:tagLst>
</file>

<file path=ppt/tags/tag8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6353"/>
  <p:tag name="KSO_WM_TEMPLATE_CATEGORY" val="custom"/>
  <p:tag name="KSO_WM_TEMPLATE_MASTER_TYPE" val="0"/>
</p:tagLst>
</file>

<file path=ppt/tags/tag8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6353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6353"/>
  <p:tag name="KSO_WM_TEMPLATE_CATEGORY" val="custom"/>
  <p:tag name="KSO_WM_UNIT_ISCONTENTSTITLE" val="0"/>
  <p:tag name="KSO_WM_UNIT_VALUE" val="10"/>
  <p:tag name="KSO_WM_UNIT_TEXT_TYPE" val="1"/>
  <p:tag name="KSO_WM_UNIT_PRESET_TEXT" val="添加章节标题"/>
</p:tagLst>
</file>

<file path=ppt/tags/tag90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6353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6353"/>
  <p:tag name="KSO_WM_TEMPLATE_CATEGORY" val="custom"/>
  <p:tag name="KSO_WM_UNIT_VALUE" val="2"/>
</p:tagLst>
</file>

<file path=ppt/tags/tag91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6353"/>
  <p:tag name="KSO_WM_TEMPLATE_CATEGORY" val="custom"/>
  <p:tag name="KSO_WM_SLIDE_INDEX" val="7"/>
  <p:tag name="KSO_WM_SLIDE_ID" val="custom20236353_7"/>
  <p:tag name="KSO_WM_TEMPLATE_MASTER_TYPE" val="0"/>
  <p:tag name="KSO_WM_SLIDE_LAYOUT" val="a_b_e"/>
  <p:tag name="KSO_WM_SLIDE_LAYOUT_CNT" val="1_1_1"/>
</p:tagLst>
</file>

<file path=ppt/tags/tag9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6353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6353"/>
  <p:tag name="KSO_WM_TEMPLATE_CATEGORY" val="custom"/>
  <p:tag name="KSO_WM_UNIT_ISCONTENTSTITLE" val="0"/>
  <p:tag name="KSO_WM_UNIT_VALUE" val="10"/>
  <p:tag name="KSO_WM_UNIT_TEXT_TYPE" val="1"/>
  <p:tag name="KSO_WM_UNIT_PRESET_TEXT" val="添加章节标题"/>
</p:tagLst>
</file>

<file path=ppt/tags/tag93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6353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6353"/>
  <p:tag name="KSO_WM_TEMPLATE_CATEGORY" val="custom"/>
  <p:tag name="KSO_WM_UNIT_VALUE" val="2"/>
</p:tagLst>
</file>

<file path=ppt/tags/tag94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6353"/>
  <p:tag name="KSO_WM_TEMPLATE_CATEGORY" val="custom"/>
  <p:tag name="KSO_WM_SLIDE_INDEX" val="7"/>
  <p:tag name="KSO_WM_SLIDE_ID" val="custom20236353_7"/>
  <p:tag name="KSO_WM_TEMPLATE_MASTER_TYPE" val="0"/>
  <p:tag name="KSO_WM_SLIDE_LAYOUT" val="a_b_e"/>
  <p:tag name="KSO_WM_SLIDE_LAYOUT_CNT" val="1_1_1"/>
</p:tagLst>
</file>

<file path=ppt/tags/tag9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6353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6353"/>
  <p:tag name="KSO_WM_TEMPLATE_CATEGORY" val="custom"/>
  <p:tag name="KSO_WM_UNIT_ISCONTENTSTITLE" val="0"/>
  <p:tag name="KSO_WM_UNIT_VALUE" val="10"/>
  <p:tag name="KSO_WM_UNIT_TEXT_TYPE" val="1"/>
  <p:tag name="KSO_WM_UNIT_PRESET_TEXT" val="添加章节标题"/>
</p:tagLst>
</file>

<file path=ppt/tags/tag96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ID" val="custom20236353_7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6353"/>
  <p:tag name="KSO_WM_TEMPLATE_CATEGORY" val="custom"/>
  <p:tag name="KSO_WM_UNIT_VALUE" val="2"/>
</p:tagLst>
</file>

<file path=ppt/tags/tag97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6353"/>
  <p:tag name="KSO_WM_TEMPLATE_CATEGORY" val="custom"/>
  <p:tag name="KSO_WM_SLIDE_INDEX" val="7"/>
  <p:tag name="KSO_WM_SLIDE_ID" val="custom20236353_7"/>
  <p:tag name="KSO_WM_TEMPLATE_MASTER_TYPE" val="0"/>
  <p:tag name="KSO_WM_SLIDE_LAYOUT" val="a_b_e"/>
  <p:tag name="KSO_WM_SLIDE_LAYOUT_CNT" val="1_1_1"/>
</p:tagLst>
</file>

<file path=ppt/tags/tag98.xml><?xml version="1.0" encoding="utf-8"?>
<p:tagLst xmlns:p="http://schemas.openxmlformats.org/presentationml/2006/main">
  <p:tag name="resource_record_key" val="{&quot;65&quot;:[20236353],&quot;70&quot;:[3312268,3321416,3312913,3330466,3319064,3314103,3403268]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2166"/>
      </a:dk2>
      <a:lt2>
        <a:srgbClr val="E1ECFF"/>
      </a:lt2>
      <a:accent1>
        <a:srgbClr val="0048E5"/>
      </a:accent1>
      <a:accent2>
        <a:srgbClr val="2C70FF"/>
      </a:accent2>
      <a:accent3>
        <a:srgbClr val="63A2FF"/>
      </a:accent3>
      <a:accent4>
        <a:srgbClr val="8BA1C4"/>
      </a:accent4>
      <a:accent5>
        <a:srgbClr val="B1B1B1"/>
      </a:accent5>
      <a:accent6>
        <a:srgbClr val="70AD47"/>
      </a:accent6>
      <a:hlink>
        <a:srgbClr val="0563C1"/>
      </a:hlink>
      <a:folHlink>
        <a:srgbClr val="954F72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859</Words>
  <Application>WPS 演示</Application>
  <PresentationFormat>Widescreen</PresentationFormat>
  <Paragraphs>78</Paragraphs>
  <Slides>22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7" baseType="lpstr">
      <vt:lpstr>Arial</vt:lpstr>
      <vt:lpstr>宋体</vt:lpstr>
      <vt:lpstr>Wingdings</vt:lpstr>
      <vt:lpstr>Calibri</vt:lpstr>
      <vt:lpstr>Calibri Light</vt:lpstr>
      <vt:lpstr>微软雅黑</vt:lpstr>
      <vt:lpstr>Times New Roman</vt:lpstr>
      <vt:lpstr>Cambria Math</vt:lpstr>
      <vt:lpstr>Arial Unicode MS</vt:lpstr>
      <vt:lpstr>Aptos</vt:lpstr>
      <vt:lpstr>Segoe UI</vt:lpstr>
      <vt:lpstr>等线</vt:lpstr>
      <vt:lpstr>Wingdings</vt:lpstr>
      <vt:lpstr>Office 主题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添加章节标题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Prompt Engineering  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LLM Configuration</vt:lpstr>
      <vt:lpstr>PowerPoint 演示文稿</vt:lpstr>
      <vt:lpstr>PowerPoint 演示文稿</vt:lpstr>
    </vt:vector>
  </TitlesOfParts>
  <Company>topppt.cn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Max</cp:lastModifiedBy>
  <cp:revision>79</cp:revision>
  <dcterms:created xsi:type="dcterms:W3CDTF">2015-06-27T07:29:00Z</dcterms:created>
  <dcterms:modified xsi:type="dcterms:W3CDTF">2025-06-09T13:43:49Z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3159ad-d3f3-4355-9702-18da843e15a3_Enabled">
    <vt:lpwstr>true</vt:lpwstr>
  </property>
  <property fmtid="{D5CDD505-2E9C-101B-9397-08002B2CF9AE}" pid="3" name="MSIP_Label_103159ad-d3f3-4355-9702-18da843e15a3_SetDate">
    <vt:lpwstr>2025-06-03T23:00:31Z</vt:lpwstr>
  </property>
  <property fmtid="{D5CDD505-2E9C-101B-9397-08002B2CF9AE}" pid="4" name="MSIP_Label_103159ad-d3f3-4355-9702-18da843e15a3_Method">
    <vt:lpwstr>Standard</vt:lpwstr>
  </property>
  <property fmtid="{D5CDD505-2E9C-101B-9397-08002B2CF9AE}" pid="5" name="MSIP_Label_103159ad-d3f3-4355-9702-18da843e15a3_Name">
    <vt:lpwstr>Confidential</vt:lpwstr>
  </property>
  <property fmtid="{D5CDD505-2E9C-101B-9397-08002B2CF9AE}" pid="6" name="MSIP_Label_103159ad-d3f3-4355-9702-18da843e15a3_SiteId">
    <vt:lpwstr>bf998b72-5bac-4bd3-acfa-b18b718bdc19</vt:lpwstr>
  </property>
  <property fmtid="{D5CDD505-2E9C-101B-9397-08002B2CF9AE}" pid="7" name="MSIP_Label_103159ad-d3f3-4355-9702-18da843e15a3_ActionId">
    <vt:lpwstr>73935e72-afa0-4287-82ac-578ac2245088</vt:lpwstr>
  </property>
  <property fmtid="{D5CDD505-2E9C-101B-9397-08002B2CF9AE}" pid="8" name="MSIP_Label_103159ad-d3f3-4355-9702-18da843e15a3_ContentBits">
    <vt:lpwstr>2</vt:lpwstr>
  </property>
  <property fmtid="{D5CDD505-2E9C-101B-9397-08002B2CF9AE}" pid="9" name="MSIP_Label_103159ad-d3f3-4355-9702-18da843e15a3_Tag">
    <vt:lpwstr>50, 3, 0, 1</vt:lpwstr>
  </property>
  <property fmtid="{D5CDD505-2E9C-101B-9397-08002B2CF9AE}" pid="10" name="ClassificationContentMarkingFooterLocations">
    <vt:lpwstr>Office 主题:3\1_Office 主题:3</vt:lpwstr>
  </property>
  <property fmtid="{D5CDD505-2E9C-101B-9397-08002B2CF9AE}" pid="11" name="ClassificationContentMarkingFooterText">
    <vt:lpwstr>Confidential Information</vt:lpwstr>
  </property>
  <property fmtid="{D5CDD505-2E9C-101B-9397-08002B2CF9AE}" pid="12" name="ICV">
    <vt:lpwstr>A6FFD96457194DC4A1C263F88664E836_12</vt:lpwstr>
  </property>
  <property fmtid="{D5CDD505-2E9C-101B-9397-08002B2CF9AE}" pid="13" name="KSOProductBuildVer">
    <vt:lpwstr>2052-12.1.0.21171</vt:lpwstr>
  </property>
</Properties>
</file>