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289" r:id="rId4"/>
    <p:sldId id="290" r:id="rId5"/>
    <p:sldId id="291" r:id="rId7"/>
    <p:sldId id="292" r:id="rId8"/>
    <p:sldId id="293" r:id="rId9"/>
    <p:sldId id="294" r:id="rId10"/>
    <p:sldId id="295" r:id="rId11"/>
    <p:sldId id="296" r:id="rId12"/>
    <p:sldId id="297" r:id="rId13"/>
    <p:sldId id="300" r:id="rId14"/>
    <p:sldId id="299" r:id="rId15"/>
    <p:sldId id="298" r:id="rId16"/>
  </p:sldIdLst>
  <p:sldSz cx="12192000" cy="6858000"/>
  <p:notesSz cx="6858000" cy="9144000"/>
  <p:custDataLst>
    <p:tags r:id="rId20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4" userDrawn="1">
          <p15:clr>
            <a:srgbClr val="A4A3A4"/>
          </p15:clr>
        </p15:guide>
        <p15:guide id="2" pos="38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760"/>
    <a:srgbClr val="005898"/>
    <a:srgbClr val="BFEA1F"/>
    <a:srgbClr val="FEC925"/>
    <a:srgbClr val="005886"/>
    <a:srgbClr val="0582B2"/>
    <a:srgbClr val="DCDCDC"/>
    <a:srgbClr val="0789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02" autoAdjust="0"/>
    <p:restoredTop sz="85266"/>
  </p:normalViewPr>
  <p:slideViewPr>
    <p:cSldViewPr snapToGrid="0" showGuides="1">
      <p:cViewPr varScale="1">
        <p:scale>
          <a:sx n="94" d="100"/>
          <a:sy n="94" d="100"/>
        </p:scale>
        <p:origin x="1368" y="488"/>
      </p:cViewPr>
      <p:guideLst>
        <p:guide orient="horz" pos="2194"/>
        <p:guide pos="380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gs" Target="tags/tag43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8D9A6E5-0C2C-48CA-A7C9-4ED9E4F212C8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4263EDD6-8238-4900-876B-32A14A10552A}">
      <dgm:prSet phldrT="[文本]"/>
      <dgm:spPr/>
      <dgm:t>
        <a:bodyPr/>
        <a:lstStyle/>
        <a:p>
          <a:r>
            <a:rPr lang="en-AU" altLang="zh-CN" dirty="0"/>
            <a:t>Self-supervised Learning</a:t>
          </a:r>
          <a:endParaRPr lang="zh-CN" altLang="en-US" dirty="0"/>
        </a:p>
      </dgm:t>
    </dgm:pt>
    <dgm:pt modelId="{E0504967-2B55-4E9B-8821-0FDB61D54200}" cxnId="{86B6CF62-54DA-4D3A-98F5-74054934E4E6}" type="parTrans">
      <dgm:prSet/>
      <dgm:spPr/>
      <dgm:t>
        <a:bodyPr/>
        <a:lstStyle/>
        <a:p>
          <a:endParaRPr lang="zh-CN" altLang="en-US"/>
        </a:p>
      </dgm:t>
    </dgm:pt>
    <dgm:pt modelId="{927A9B40-E95E-40D5-8E3C-338A0D2F18E3}" cxnId="{86B6CF62-54DA-4D3A-98F5-74054934E4E6}" type="sibTrans">
      <dgm:prSet/>
      <dgm:spPr/>
      <dgm:t>
        <a:bodyPr/>
        <a:lstStyle/>
        <a:p>
          <a:endParaRPr lang="zh-CN" altLang="en-US"/>
        </a:p>
      </dgm:t>
    </dgm:pt>
    <dgm:pt modelId="{155D5953-EA98-4F14-8A9A-3E881636EE73}">
      <dgm:prSet phldrT="[文本]"/>
      <dgm:spPr/>
      <dgm:t>
        <a:bodyPr/>
        <a:lstStyle/>
        <a:p>
          <a:r>
            <a:rPr lang="en-AU" altLang="zh-CN" dirty="0"/>
            <a:t>Supervised Fine-Tuning</a:t>
          </a:r>
          <a:endParaRPr lang="zh-CN" altLang="en-US" dirty="0"/>
        </a:p>
      </dgm:t>
    </dgm:pt>
    <dgm:pt modelId="{3CE44FCB-1A5D-4480-B510-17EE1B927C24}" cxnId="{9410D9C1-5A2C-4A63-8A49-4E6EE4FB66CC}" type="parTrans">
      <dgm:prSet/>
      <dgm:spPr/>
      <dgm:t>
        <a:bodyPr/>
        <a:lstStyle/>
        <a:p>
          <a:endParaRPr lang="zh-CN" altLang="en-US"/>
        </a:p>
      </dgm:t>
    </dgm:pt>
    <dgm:pt modelId="{9A615BB3-7637-40FB-97D1-426091E59F81}" cxnId="{9410D9C1-5A2C-4A63-8A49-4E6EE4FB66CC}" type="sibTrans">
      <dgm:prSet/>
      <dgm:spPr/>
      <dgm:t>
        <a:bodyPr/>
        <a:lstStyle/>
        <a:p>
          <a:endParaRPr lang="zh-CN" altLang="en-US"/>
        </a:p>
      </dgm:t>
    </dgm:pt>
    <dgm:pt modelId="{A80553C7-6FDB-4D76-96FC-4F1522DE3B93}">
      <dgm:prSet phldrT="[文本]"/>
      <dgm:spPr/>
      <dgm:t>
        <a:bodyPr/>
        <a:lstStyle/>
        <a:p>
          <a:r>
            <a:rPr lang="en-AU" altLang="zh-CN" dirty="0"/>
            <a:t>Reinforcement Learning From Human Feedbacks</a:t>
          </a:r>
          <a:endParaRPr lang="zh-CN" altLang="en-US" dirty="0"/>
        </a:p>
      </dgm:t>
    </dgm:pt>
    <dgm:pt modelId="{BF801634-94A1-4523-A3F2-16485CB28F12}" cxnId="{3F24EAAF-417F-4D51-AF8C-F0BAF9B12546}" type="parTrans">
      <dgm:prSet/>
      <dgm:spPr/>
      <dgm:t>
        <a:bodyPr/>
        <a:lstStyle/>
        <a:p>
          <a:endParaRPr lang="zh-CN" altLang="en-US"/>
        </a:p>
      </dgm:t>
    </dgm:pt>
    <dgm:pt modelId="{8166263A-3120-44CB-AFD7-34A9FF0040ED}" cxnId="{3F24EAAF-417F-4D51-AF8C-F0BAF9B12546}" type="sibTrans">
      <dgm:prSet/>
      <dgm:spPr/>
      <dgm:t>
        <a:bodyPr/>
        <a:lstStyle/>
        <a:p>
          <a:endParaRPr lang="zh-CN" altLang="en-US"/>
        </a:p>
      </dgm:t>
    </dgm:pt>
    <dgm:pt modelId="{4596656A-63FB-4A44-B233-00D2BDACE913}" type="pres">
      <dgm:prSet presAssocID="{68D9A6E5-0C2C-48CA-A7C9-4ED9E4F212C8}" presName="linearFlow" presStyleCnt="0">
        <dgm:presLayoutVars>
          <dgm:resizeHandles val="exact"/>
        </dgm:presLayoutVars>
      </dgm:prSet>
      <dgm:spPr/>
    </dgm:pt>
    <dgm:pt modelId="{2D6A2536-863E-41E0-9AB8-4944F5C3DB12}" type="pres">
      <dgm:prSet presAssocID="{4263EDD6-8238-4900-876B-32A14A10552A}" presName="node" presStyleLbl="node1" presStyleIdx="0" presStyleCnt="3">
        <dgm:presLayoutVars>
          <dgm:bulletEnabled val="1"/>
        </dgm:presLayoutVars>
      </dgm:prSet>
      <dgm:spPr/>
    </dgm:pt>
    <dgm:pt modelId="{2DE32275-0F42-41D8-93B1-BC8489FBB123}" type="pres">
      <dgm:prSet presAssocID="{927A9B40-E95E-40D5-8E3C-338A0D2F18E3}" presName="sibTrans" presStyleLbl="sibTrans2D1" presStyleIdx="0" presStyleCnt="2"/>
      <dgm:spPr/>
    </dgm:pt>
    <dgm:pt modelId="{5438871E-B02B-46BF-AD52-E4C6E46C5486}" type="pres">
      <dgm:prSet presAssocID="{927A9B40-E95E-40D5-8E3C-338A0D2F18E3}" presName="connectorText" presStyleLbl="sibTrans2D1" presStyleIdx="0" presStyleCnt="2"/>
      <dgm:spPr/>
    </dgm:pt>
    <dgm:pt modelId="{6D61F84F-89C0-4BDC-A749-8D3992A241E7}" type="pres">
      <dgm:prSet presAssocID="{155D5953-EA98-4F14-8A9A-3E881636EE73}" presName="node" presStyleLbl="node1" presStyleIdx="1" presStyleCnt="3">
        <dgm:presLayoutVars>
          <dgm:bulletEnabled val="1"/>
        </dgm:presLayoutVars>
      </dgm:prSet>
      <dgm:spPr/>
    </dgm:pt>
    <dgm:pt modelId="{103F45C5-FDD6-4A96-BC66-54C23E8DA4C6}" type="pres">
      <dgm:prSet presAssocID="{9A615BB3-7637-40FB-97D1-426091E59F81}" presName="sibTrans" presStyleLbl="sibTrans2D1" presStyleIdx="1" presStyleCnt="2"/>
      <dgm:spPr/>
    </dgm:pt>
    <dgm:pt modelId="{AB0F4075-C5E9-4095-B1D9-50EA35006240}" type="pres">
      <dgm:prSet presAssocID="{9A615BB3-7637-40FB-97D1-426091E59F81}" presName="connectorText" presStyleLbl="sibTrans2D1" presStyleIdx="1" presStyleCnt="2"/>
      <dgm:spPr/>
    </dgm:pt>
    <dgm:pt modelId="{D7A5ADBE-E845-45DF-91F1-C432590E50FF}" type="pres">
      <dgm:prSet presAssocID="{A80553C7-6FDB-4D76-96FC-4F1522DE3B93}" presName="node" presStyleLbl="node1" presStyleIdx="2" presStyleCnt="3">
        <dgm:presLayoutVars>
          <dgm:bulletEnabled val="1"/>
        </dgm:presLayoutVars>
      </dgm:prSet>
      <dgm:spPr/>
    </dgm:pt>
  </dgm:ptLst>
  <dgm:cxnLst>
    <dgm:cxn modelId="{A7316D00-A260-442F-A1EE-D4712306D42E}" type="presOf" srcId="{68D9A6E5-0C2C-48CA-A7C9-4ED9E4F212C8}" destId="{4596656A-63FB-4A44-B233-00D2BDACE913}" srcOrd="0" destOrd="0" presId="urn:microsoft.com/office/officeart/2005/8/layout/process2"/>
    <dgm:cxn modelId="{3857C21F-39B0-41E5-938F-49BEA403F9E2}" type="presOf" srcId="{9A615BB3-7637-40FB-97D1-426091E59F81}" destId="{AB0F4075-C5E9-4095-B1D9-50EA35006240}" srcOrd="1" destOrd="0" presId="urn:microsoft.com/office/officeart/2005/8/layout/process2"/>
    <dgm:cxn modelId="{F5088B21-16C2-404E-8319-8EE81B3FF011}" type="presOf" srcId="{155D5953-EA98-4F14-8A9A-3E881636EE73}" destId="{6D61F84F-89C0-4BDC-A749-8D3992A241E7}" srcOrd="0" destOrd="0" presId="urn:microsoft.com/office/officeart/2005/8/layout/process2"/>
    <dgm:cxn modelId="{FCDDE737-C5A3-439E-B619-A7AD77CE7AAB}" type="presOf" srcId="{927A9B40-E95E-40D5-8E3C-338A0D2F18E3}" destId="{5438871E-B02B-46BF-AD52-E4C6E46C5486}" srcOrd="1" destOrd="0" presId="urn:microsoft.com/office/officeart/2005/8/layout/process2"/>
    <dgm:cxn modelId="{47E2D75E-E735-4651-B782-EECB556ADA14}" type="presOf" srcId="{A80553C7-6FDB-4D76-96FC-4F1522DE3B93}" destId="{D7A5ADBE-E845-45DF-91F1-C432590E50FF}" srcOrd="0" destOrd="0" presId="urn:microsoft.com/office/officeart/2005/8/layout/process2"/>
    <dgm:cxn modelId="{86B6CF62-54DA-4D3A-98F5-74054934E4E6}" srcId="{68D9A6E5-0C2C-48CA-A7C9-4ED9E4F212C8}" destId="{4263EDD6-8238-4900-876B-32A14A10552A}" srcOrd="0" destOrd="0" parTransId="{E0504967-2B55-4E9B-8821-0FDB61D54200}" sibTransId="{927A9B40-E95E-40D5-8E3C-338A0D2F18E3}"/>
    <dgm:cxn modelId="{8A751686-6B9B-4480-A9B3-4D1F8A0CC157}" type="presOf" srcId="{9A615BB3-7637-40FB-97D1-426091E59F81}" destId="{103F45C5-FDD6-4A96-BC66-54C23E8DA4C6}" srcOrd="0" destOrd="0" presId="urn:microsoft.com/office/officeart/2005/8/layout/process2"/>
    <dgm:cxn modelId="{3F24EAAF-417F-4D51-AF8C-F0BAF9B12546}" srcId="{68D9A6E5-0C2C-48CA-A7C9-4ED9E4F212C8}" destId="{A80553C7-6FDB-4D76-96FC-4F1522DE3B93}" srcOrd="2" destOrd="0" parTransId="{BF801634-94A1-4523-A3F2-16485CB28F12}" sibTransId="{8166263A-3120-44CB-AFD7-34A9FF0040ED}"/>
    <dgm:cxn modelId="{9410D9C1-5A2C-4A63-8A49-4E6EE4FB66CC}" srcId="{68D9A6E5-0C2C-48CA-A7C9-4ED9E4F212C8}" destId="{155D5953-EA98-4F14-8A9A-3E881636EE73}" srcOrd="1" destOrd="0" parTransId="{3CE44FCB-1A5D-4480-B510-17EE1B927C24}" sibTransId="{9A615BB3-7637-40FB-97D1-426091E59F81}"/>
    <dgm:cxn modelId="{3603C5E4-F8B5-4E03-8701-D32F7AD6FEEC}" type="presOf" srcId="{4263EDD6-8238-4900-876B-32A14A10552A}" destId="{2D6A2536-863E-41E0-9AB8-4944F5C3DB12}" srcOrd="0" destOrd="0" presId="urn:microsoft.com/office/officeart/2005/8/layout/process2"/>
    <dgm:cxn modelId="{A165F4E7-9152-4766-B6AF-7D705B4FF630}" type="presOf" srcId="{927A9B40-E95E-40D5-8E3C-338A0D2F18E3}" destId="{2DE32275-0F42-41D8-93B1-BC8489FBB123}" srcOrd="0" destOrd="0" presId="urn:microsoft.com/office/officeart/2005/8/layout/process2"/>
    <dgm:cxn modelId="{3880A013-92E6-4A2A-AF75-A110EF2C8844}" type="presParOf" srcId="{4596656A-63FB-4A44-B233-00D2BDACE913}" destId="{2D6A2536-863E-41E0-9AB8-4944F5C3DB12}" srcOrd="0" destOrd="0" presId="urn:microsoft.com/office/officeart/2005/8/layout/process2"/>
    <dgm:cxn modelId="{A0746D51-4149-45EF-9160-65162EB2EAF7}" type="presParOf" srcId="{4596656A-63FB-4A44-B233-00D2BDACE913}" destId="{2DE32275-0F42-41D8-93B1-BC8489FBB123}" srcOrd="1" destOrd="0" presId="urn:microsoft.com/office/officeart/2005/8/layout/process2"/>
    <dgm:cxn modelId="{3BF5589D-ED36-475E-BCB1-17216413B12E}" type="presParOf" srcId="{2DE32275-0F42-41D8-93B1-BC8489FBB123}" destId="{5438871E-B02B-46BF-AD52-E4C6E46C5486}" srcOrd="0" destOrd="0" presId="urn:microsoft.com/office/officeart/2005/8/layout/process2"/>
    <dgm:cxn modelId="{2BE5282F-E225-46AE-B119-9CD4938C073E}" type="presParOf" srcId="{4596656A-63FB-4A44-B233-00D2BDACE913}" destId="{6D61F84F-89C0-4BDC-A749-8D3992A241E7}" srcOrd="2" destOrd="0" presId="urn:microsoft.com/office/officeart/2005/8/layout/process2"/>
    <dgm:cxn modelId="{8DD6057E-0D39-493C-B6C9-6B1496B3F093}" type="presParOf" srcId="{4596656A-63FB-4A44-B233-00D2BDACE913}" destId="{103F45C5-FDD6-4A96-BC66-54C23E8DA4C6}" srcOrd="3" destOrd="0" presId="urn:microsoft.com/office/officeart/2005/8/layout/process2"/>
    <dgm:cxn modelId="{2071FBE8-1A79-4B8C-9F95-5B2353022F63}" type="presParOf" srcId="{103F45C5-FDD6-4A96-BC66-54C23E8DA4C6}" destId="{AB0F4075-C5E9-4095-B1D9-50EA35006240}" srcOrd="0" destOrd="0" presId="urn:microsoft.com/office/officeart/2005/8/layout/process2"/>
    <dgm:cxn modelId="{796BFEF4-E3A1-4677-9125-A1305694FEFF}" type="presParOf" srcId="{4596656A-63FB-4A44-B233-00D2BDACE913}" destId="{D7A5ADBE-E845-45DF-91F1-C432590E50FF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6A2536-863E-41E0-9AB8-4944F5C3DB12}">
      <dsp:nvSpPr>
        <dsp:cNvPr id="0" name=""/>
        <dsp:cNvSpPr/>
      </dsp:nvSpPr>
      <dsp:spPr>
        <a:xfrm>
          <a:off x="0" y="0"/>
          <a:ext cx="2291743" cy="12808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altLang="zh-CN" sz="2100" kern="1200" dirty="0"/>
            <a:t>Self-supervised Learning</a:t>
          </a:r>
          <a:endParaRPr lang="zh-CN" altLang="en-US" sz="2100" kern="1200" dirty="0"/>
        </a:p>
      </dsp:txBody>
      <dsp:txXfrm>
        <a:off x="37514" y="37514"/>
        <a:ext cx="2216715" cy="1205781"/>
      </dsp:txXfrm>
    </dsp:sp>
    <dsp:sp modelId="{2DE32275-0F42-41D8-93B1-BC8489FBB123}">
      <dsp:nvSpPr>
        <dsp:cNvPr id="0" name=""/>
        <dsp:cNvSpPr/>
      </dsp:nvSpPr>
      <dsp:spPr>
        <a:xfrm rot="5400000">
          <a:off x="905719" y="1312829"/>
          <a:ext cx="480303" cy="5763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700" kern="1200"/>
        </a:p>
      </dsp:txBody>
      <dsp:txXfrm rot="-5400000">
        <a:off x="972962" y="1360860"/>
        <a:ext cx="345818" cy="336212"/>
      </dsp:txXfrm>
    </dsp:sp>
    <dsp:sp modelId="{6D61F84F-89C0-4BDC-A749-8D3992A241E7}">
      <dsp:nvSpPr>
        <dsp:cNvPr id="0" name=""/>
        <dsp:cNvSpPr/>
      </dsp:nvSpPr>
      <dsp:spPr>
        <a:xfrm>
          <a:off x="0" y="1921214"/>
          <a:ext cx="2291743" cy="12808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altLang="zh-CN" sz="2100" kern="1200" dirty="0"/>
            <a:t>Supervised Fine-Tuning</a:t>
          </a:r>
          <a:endParaRPr lang="zh-CN" altLang="en-US" sz="2100" kern="1200" dirty="0"/>
        </a:p>
      </dsp:txBody>
      <dsp:txXfrm>
        <a:off x="37514" y="1958728"/>
        <a:ext cx="2216715" cy="1205781"/>
      </dsp:txXfrm>
    </dsp:sp>
    <dsp:sp modelId="{103F45C5-FDD6-4A96-BC66-54C23E8DA4C6}">
      <dsp:nvSpPr>
        <dsp:cNvPr id="0" name=""/>
        <dsp:cNvSpPr/>
      </dsp:nvSpPr>
      <dsp:spPr>
        <a:xfrm rot="5400000">
          <a:off x="905719" y="3234044"/>
          <a:ext cx="480303" cy="5763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700" kern="1200"/>
        </a:p>
      </dsp:txBody>
      <dsp:txXfrm rot="-5400000">
        <a:off x="972962" y="3282075"/>
        <a:ext cx="345818" cy="336212"/>
      </dsp:txXfrm>
    </dsp:sp>
    <dsp:sp modelId="{D7A5ADBE-E845-45DF-91F1-C432590E50FF}">
      <dsp:nvSpPr>
        <dsp:cNvPr id="0" name=""/>
        <dsp:cNvSpPr/>
      </dsp:nvSpPr>
      <dsp:spPr>
        <a:xfrm>
          <a:off x="0" y="3842429"/>
          <a:ext cx="2291743" cy="12808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altLang="zh-CN" sz="2100" kern="1200" dirty="0"/>
            <a:t>Reinforcement Learning From Human Feedbacks</a:t>
          </a:r>
          <a:endParaRPr lang="zh-CN" altLang="en-US" sz="2100" kern="1200" dirty="0"/>
        </a:p>
      </dsp:txBody>
      <dsp:txXfrm>
        <a:off x="37514" y="3879943"/>
        <a:ext cx="2216715" cy="12057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E143F0-5E30-A943-A499-1D4E297B00D1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95436A-3CC3-8242-A230-5928AB43C17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dirty="0"/>
              <a:t>AI -&gt; has Genetic Algorithms, Statistic Learning, Evolutionary Algorithms, Probabilistic Models, Symbolic AI / Logic-Based AI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95436A-3CC3-8242-A230-5928AB43C17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95436A-3CC3-8242-A230-5928AB43C17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95436A-3CC3-8242-A230-5928AB43C17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95436A-3CC3-8242-A230-5928AB43C17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95436A-3CC3-8242-A230-5928AB43C17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dirty="0"/>
              <a:t>High Capacity that allows neural network to simulate all kind of models. </a:t>
            </a:r>
            <a:endParaRPr lang="en-US" dirty="0"/>
          </a:p>
          <a:p>
            <a:pPr algn="l"/>
            <a:endParaRPr lang="en-US" dirty="0"/>
          </a:p>
          <a:p>
            <a:pPr algn="l"/>
            <a:r>
              <a:rPr lang="en-US" dirty="0"/>
              <a:t>Transaction date: holiday or not, first day of week, first day of month, shopping day and so on … </a:t>
            </a:r>
            <a:endParaRPr lang="en-US" dirty="0"/>
          </a:p>
          <a:p>
            <a:pPr algn="l"/>
            <a:r>
              <a:rPr lang="en-US" dirty="0"/>
              <a:t>Numerical value: mean, media, variance, positive vs. negative, has decimal or not … </a:t>
            </a:r>
            <a:endParaRPr lang="en-US" dirty="0"/>
          </a:p>
          <a:p>
            <a:pPr algn="l"/>
            <a:endParaRPr lang="en-US" dirty="0"/>
          </a:p>
          <a:p>
            <a:pPr algn="l"/>
            <a:r>
              <a:rPr lang="en-US" dirty="0"/>
              <a:t>Network/graph: topological features … </a:t>
            </a:r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95436A-3CC3-8242-A230-5928AB43C17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95436A-3CC3-8242-A230-5928AB43C17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  <a:p>
            <a:pPr algn="l"/>
            <a:r>
              <a:rPr lang="en-AU" dirty="0"/>
              <a:t>GPT-3, for instance, has 96 layers, 96 attention heads, and a hidden size of 12,288. 175B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95436A-3CC3-8242-A230-5928AB43C17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dirty="0"/>
              <a:t>Around $15-20k A100 80G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95436A-3CC3-8242-A230-5928AB43C17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dirty="0"/>
              <a:t>Around $15-20k A100 80G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95436A-3CC3-8242-A230-5928AB43C17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95436A-3CC3-8242-A230-5928AB43C17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29C054-22FA-404E-8AFD-F8DB492C4C91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73239E-9805-4B58-98BC-578519A4E58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5C5586-4765-46AA-A3B4-DA46365CEC6A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9BDA91-3807-4416-A160-E8F37B74BD2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5C7688-190C-4ACB-A3D9-231F282A02DE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7D0487-CA0D-45B3-AD9B-D348E2079432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D151FB-8AAA-4FE9-A1EA-741B5941909E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C692BA-4462-41AA-AE4A-DDC7F83BC12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86F8A1-6382-4FA9-97FF-94C6EF12A773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F9E068-E81B-4345-B589-B55A1F90E20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537A96-75C8-4E1B-9D25-ADAC0AEB41DD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29EB5E-63BD-490E-B9F5-FA0D002138C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0D66AF-F34E-4301-8B61-1E2E2BD7D19C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587B05-1B86-48B9-84AF-9C53F3E1898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CFA20D-F03A-4496-8E5B-2546E0283B28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52924C-A0A2-4297-A4B1-B457E23EFC2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C79AB6-A906-417E-AB67-8060FFCB2E6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85CAB7-E977-40E2-A8C8-CCA09A29A0F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5D6C4-B03E-47BB-856D-9FFA318B0DB5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98C211-E843-41B9-BFE7-2848813AAFE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5F68E8-6260-47C1-95B7-B11F30F3A233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61E481-F80E-4573-B1F3-5FD3020DBB39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80AC5F5-0BC5-4382-AA5C-66CAA18E2FAA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E24AF8C2-C6CE-495E-8D91-34386FB4A79F}" type="slidenum">
              <a:rPr lang="zh-CN" altLang="en-US"/>
            </a:fld>
            <a:endParaRPr lang="zh-CN" altLang="en-US"/>
          </a:p>
        </p:txBody>
      </p:sp>
      <p:sp>
        <p:nvSpPr>
          <p:cNvPr id="3" name="TextBox 2"/>
          <p:cNvSpPr txBox="1"/>
          <p:nvPr userDrawn="1"/>
        </p:nvSpPr>
        <p:spPr>
          <a:xfrm>
            <a:off x="63500" y="6642100"/>
            <a:ext cx="12969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 Information</a:t>
            </a:r>
            <a:endParaRPr lang="en-US" sz="1000">
              <a:solidFill>
                <a:srgbClr val="000000">
                  <a:alpha val="50000"/>
                </a:srgb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.xml"/><Relationship Id="rId8" Type="http://schemas.openxmlformats.org/officeDocument/2006/relationships/image" Target="../media/image9.sv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9.xml"/><Relationship Id="rId16" Type="http://schemas.openxmlformats.org/officeDocument/2006/relationships/tags" Target="../tags/tag8.xml"/><Relationship Id="rId15" Type="http://schemas.openxmlformats.org/officeDocument/2006/relationships/tags" Target="../tags/tag7.xml"/><Relationship Id="rId14" Type="http://schemas.openxmlformats.org/officeDocument/2006/relationships/tags" Target="../tags/tag6.xml"/><Relationship Id="rId13" Type="http://schemas.openxmlformats.org/officeDocument/2006/relationships/tags" Target="../tags/tag5.xml"/><Relationship Id="rId12" Type="http://schemas.openxmlformats.org/officeDocument/2006/relationships/tags" Target="../tags/tag4.xml"/><Relationship Id="rId11" Type="http://schemas.openxmlformats.org/officeDocument/2006/relationships/tags" Target="../tags/tag3.xml"/><Relationship Id="rId10" Type="http://schemas.openxmlformats.org/officeDocument/2006/relationships/tags" Target="../tags/tag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3" Type="http://schemas.openxmlformats.org/officeDocument/2006/relationships/notesSlide" Target="../notesSlides/notesSlide1.xml"/><Relationship Id="rId42" Type="http://schemas.openxmlformats.org/officeDocument/2006/relationships/slideLayout" Target="../slideLayouts/slideLayout7.xml"/><Relationship Id="rId41" Type="http://schemas.openxmlformats.org/officeDocument/2006/relationships/image" Target="../media/image17.svg"/><Relationship Id="rId40" Type="http://schemas.openxmlformats.org/officeDocument/2006/relationships/image" Target="../media/image16.png"/><Relationship Id="rId4" Type="http://schemas.openxmlformats.org/officeDocument/2006/relationships/tags" Target="../tags/tag13.xml"/><Relationship Id="rId39" Type="http://schemas.openxmlformats.org/officeDocument/2006/relationships/tags" Target="../tags/tag42.xml"/><Relationship Id="rId38" Type="http://schemas.openxmlformats.org/officeDocument/2006/relationships/tags" Target="../tags/tag41.xml"/><Relationship Id="rId37" Type="http://schemas.openxmlformats.org/officeDocument/2006/relationships/image" Target="../media/image15.svg"/><Relationship Id="rId36" Type="http://schemas.openxmlformats.org/officeDocument/2006/relationships/image" Target="../media/image14.png"/><Relationship Id="rId35" Type="http://schemas.openxmlformats.org/officeDocument/2006/relationships/tags" Target="../tags/tag40.xml"/><Relationship Id="rId34" Type="http://schemas.openxmlformats.org/officeDocument/2006/relationships/tags" Target="../tags/tag39.xml"/><Relationship Id="rId33" Type="http://schemas.openxmlformats.org/officeDocument/2006/relationships/image" Target="../media/image13.svg"/><Relationship Id="rId32" Type="http://schemas.openxmlformats.org/officeDocument/2006/relationships/image" Target="../media/image12.png"/><Relationship Id="rId31" Type="http://schemas.openxmlformats.org/officeDocument/2006/relationships/tags" Target="../tags/tag38.xml"/><Relationship Id="rId30" Type="http://schemas.openxmlformats.org/officeDocument/2006/relationships/image" Target="../media/image11.svg"/><Relationship Id="rId3" Type="http://schemas.openxmlformats.org/officeDocument/2006/relationships/tags" Target="../tags/tag12.xml"/><Relationship Id="rId29" Type="http://schemas.openxmlformats.org/officeDocument/2006/relationships/image" Target="../media/image10.png"/><Relationship Id="rId28" Type="http://schemas.openxmlformats.org/officeDocument/2006/relationships/tags" Target="../tags/tag37.xml"/><Relationship Id="rId27" Type="http://schemas.openxmlformats.org/officeDocument/2006/relationships/tags" Target="../tags/tag36.xml"/><Relationship Id="rId26" Type="http://schemas.openxmlformats.org/officeDocument/2006/relationships/tags" Target="../tags/tag35.xml"/><Relationship Id="rId25" Type="http://schemas.openxmlformats.org/officeDocument/2006/relationships/tags" Target="../tags/tag34.xml"/><Relationship Id="rId24" Type="http://schemas.openxmlformats.org/officeDocument/2006/relationships/tags" Target="../tags/tag33.xml"/><Relationship Id="rId23" Type="http://schemas.openxmlformats.org/officeDocument/2006/relationships/tags" Target="../tags/tag32.xml"/><Relationship Id="rId22" Type="http://schemas.openxmlformats.org/officeDocument/2006/relationships/tags" Target="../tags/tag31.xml"/><Relationship Id="rId21" Type="http://schemas.openxmlformats.org/officeDocument/2006/relationships/tags" Target="../tags/tag30.xml"/><Relationship Id="rId20" Type="http://schemas.openxmlformats.org/officeDocument/2006/relationships/tags" Target="../tags/tag29.xml"/><Relationship Id="rId2" Type="http://schemas.openxmlformats.org/officeDocument/2006/relationships/tags" Target="../tags/tag11.xml"/><Relationship Id="rId19" Type="http://schemas.openxmlformats.org/officeDocument/2006/relationships/tags" Target="../tags/tag28.xml"/><Relationship Id="rId18" Type="http://schemas.openxmlformats.org/officeDocument/2006/relationships/tags" Target="../tags/tag27.xml"/><Relationship Id="rId17" Type="http://schemas.openxmlformats.org/officeDocument/2006/relationships/tags" Target="../tags/tag26.xml"/><Relationship Id="rId16" Type="http://schemas.openxmlformats.org/officeDocument/2006/relationships/tags" Target="../tags/tag25.xml"/><Relationship Id="rId15" Type="http://schemas.openxmlformats.org/officeDocument/2006/relationships/tags" Target="../tags/tag24.xml"/><Relationship Id="rId14" Type="http://schemas.openxmlformats.org/officeDocument/2006/relationships/tags" Target="../tags/tag23.xml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tags" Target="../tags/tag10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7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任意多边形 139"/>
          <p:cNvSpPr/>
          <p:nvPr/>
        </p:nvSpPr>
        <p:spPr>
          <a:xfrm>
            <a:off x="0" y="9525"/>
            <a:ext cx="11134725" cy="6848475"/>
          </a:xfrm>
          <a:custGeom>
            <a:avLst/>
            <a:gdLst>
              <a:gd name="connsiteX0" fmla="*/ 4447063 w 11135481"/>
              <a:gd name="connsiteY0" fmla="*/ 0 h 6848401"/>
              <a:gd name="connsiteX1" fmla="*/ 11135481 w 11135481"/>
              <a:gd name="connsiteY1" fmla="*/ 6848401 h 6848401"/>
              <a:gd name="connsiteX2" fmla="*/ 0 w 11135481"/>
              <a:gd name="connsiteY2" fmla="*/ 6848401 h 6848401"/>
              <a:gd name="connsiteX3" fmla="*/ 0 w 11135481"/>
              <a:gd name="connsiteY3" fmla="*/ 5676736 h 6848401"/>
              <a:gd name="connsiteX4" fmla="*/ 1611244 w 11135481"/>
              <a:gd name="connsiteY4" fmla="*/ 1056 h 684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35481" h="6848401">
                <a:moveTo>
                  <a:pt x="4447063" y="0"/>
                </a:moveTo>
                <a:lnTo>
                  <a:pt x="11135481" y="6848401"/>
                </a:lnTo>
                <a:lnTo>
                  <a:pt x="0" y="6848401"/>
                </a:lnTo>
                <a:lnTo>
                  <a:pt x="0" y="5676736"/>
                </a:lnTo>
                <a:lnTo>
                  <a:pt x="1611244" y="1056"/>
                </a:lnTo>
                <a:close/>
              </a:path>
            </a:pathLst>
          </a:custGeom>
          <a:solidFill>
            <a:srgbClr val="0058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3076" name="图片 1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541"/>
          <a:stretch>
            <a:fillRect/>
          </a:stretch>
        </p:blipFill>
        <p:spPr bwMode="auto">
          <a:xfrm>
            <a:off x="419100" y="1224955"/>
            <a:ext cx="4437063" cy="485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77" name="组合 117"/>
          <p:cNvGrpSpPr/>
          <p:nvPr/>
        </p:nvGrpSpPr>
        <p:grpSpPr bwMode="auto">
          <a:xfrm>
            <a:off x="8750300" y="0"/>
            <a:ext cx="3441700" cy="1308100"/>
            <a:chOff x="7213599" y="-2"/>
            <a:chExt cx="4978400" cy="1993901"/>
          </a:xfrm>
        </p:grpSpPr>
        <p:sp>
          <p:nvSpPr>
            <p:cNvPr id="117" name="任意多边形 116"/>
            <p:cNvSpPr/>
            <p:nvPr/>
          </p:nvSpPr>
          <p:spPr>
            <a:xfrm rot="10800000">
              <a:off x="7213599" y="-2"/>
              <a:ext cx="4978400" cy="1993901"/>
            </a:xfrm>
            <a:custGeom>
              <a:avLst/>
              <a:gdLst>
                <a:gd name="connsiteX0" fmla="*/ 4850924 w 4850924"/>
                <a:gd name="connsiteY0" fmla="*/ 1887546 h 1887546"/>
                <a:gd name="connsiteX1" fmla="*/ 0 w 4850924"/>
                <a:gd name="connsiteY1" fmla="*/ 1887546 h 1887546"/>
                <a:gd name="connsiteX2" fmla="*/ 0 w 4850924"/>
                <a:gd name="connsiteY2" fmla="*/ 224 h 1887546"/>
                <a:gd name="connsiteX3" fmla="*/ 2686004 w 4850924"/>
                <a:gd name="connsiteY3" fmla="*/ 0 h 1887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50924" h="1887546">
                  <a:moveTo>
                    <a:pt x="4850924" y="1887546"/>
                  </a:moveTo>
                  <a:lnTo>
                    <a:pt x="0" y="1887546"/>
                  </a:lnTo>
                  <a:lnTo>
                    <a:pt x="0" y="224"/>
                  </a:lnTo>
                  <a:lnTo>
                    <a:pt x="2686004" y="0"/>
                  </a:lnTo>
                  <a:close/>
                </a:path>
              </a:pathLst>
            </a:cu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16" name="任意多边形 115"/>
            <p:cNvSpPr/>
            <p:nvPr/>
          </p:nvSpPr>
          <p:spPr>
            <a:xfrm rot="10800000">
              <a:off x="7342192" y="-2"/>
              <a:ext cx="4849807" cy="1887431"/>
            </a:xfrm>
            <a:custGeom>
              <a:avLst/>
              <a:gdLst>
                <a:gd name="connsiteX0" fmla="*/ 4850924 w 4850924"/>
                <a:gd name="connsiteY0" fmla="*/ 1887546 h 1887546"/>
                <a:gd name="connsiteX1" fmla="*/ 0 w 4850924"/>
                <a:gd name="connsiteY1" fmla="*/ 1887546 h 1887546"/>
                <a:gd name="connsiteX2" fmla="*/ 0 w 4850924"/>
                <a:gd name="connsiteY2" fmla="*/ 224 h 1887546"/>
                <a:gd name="connsiteX3" fmla="*/ 2686004 w 4850924"/>
                <a:gd name="connsiteY3" fmla="*/ 0 h 1887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50924" h="1887546">
                  <a:moveTo>
                    <a:pt x="4850924" y="1887546"/>
                  </a:moveTo>
                  <a:lnTo>
                    <a:pt x="0" y="1887546"/>
                  </a:lnTo>
                  <a:lnTo>
                    <a:pt x="0" y="224"/>
                  </a:lnTo>
                  <a:lnTo>
                    <a:pt x="2686004" y="0"/>
                  </a:lnTo>
                  <a:close/>
                </a:path>
              </a:pathLst>
            </a:custGeom>
            <a:solidFill>
              <a:srgbClr val="DCDCDC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</p:grpSp>
      <p:sp>
        <p:nvSpPr>
          <p:cNvPr id="3079" name="文本框 135"/>
          <p:cNvSpPr txBox="1">
            <a:spLocks noChangeArrowheads="1"/>
          </p:cNvSpPr>
          <p:nvPr/>
        </p:nvSpPr>
        <p:spPr bwMode="auto">
          <a:xfrm>
            <a:off x="5884863" y="2727325"/>
            <a:ext cx="5888037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AU" altLang="zh-CN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Introduction</a:t>
            </a:r>
            <a:endParaRPr lang="zh-CN" altLang="en-US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80" name="文本框 136"/>
          <p:cNvSpPr txBox="1">
            <a:spLocks noChangeArrowheads="1"/>
          </p:cNvSpPr>
          <p:nvPr/>
        </p:nvSpPr>
        <p:spPr bwMode="auto">
          <a:xfrm>
            <a:off x="5911850" y="4037013"/>
            <a:ext cx="55594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en-AU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Max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81" name="文本框 137"/>
          <p:cNvSpPr txBox="1">
            <a:spLocks noChangeArrowheads="1"/>
          </p:cNvSpPr>
          <p:nvPr/>
        </p:nvSpPr>
        <p:spPr bwMode="auto">
          <a:xfrm>
            <a:off x="5899150" y="3660775"/>
            <a:ext cx="55943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Machine Learning Series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7188" y="355600"/>
            <a:ext cx="254000" cy="254000"/>
          </a:xfrm>
          <a:prstGeom prst="rect">
            <a:avLst/>
          </a:prstGeom>
          <a:solidFill>
            <a:srgbClr val="005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文本框 4"/>
          <p:cNvSpPr txBox="1">
            <a:spLocks noChangeArrowheads="1"/>
          </p:cNvSpPr>
          <p:nvPr/>
        </p:nvSpPr>
        <p:spPr bwMode="auto">
          <a:xfrm>
            <a:off x="685800" y="282575"/>
            <a:ext cx="2657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AU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About Me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Picture 3" descr="A person holding a large tray of hot dogs&#10;&#10;Description automatically generated with low confidence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610" y="1292225"/>
            <a:ext cx="5372735" cy="402971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6176836" y="4008954"/>
            <a:ext cx="5686234" cy="0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4234" y="3055526"/>
            <a:ext cx="1115260" cy="44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330" y="3055526"/>
            <a:ext cx="1255638" cy="502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1887" y="1430688"/>
            <a:ext cx="1407663" cy="977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State Street Corporation brand resources: accessing high ...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5293" y="1082730"/>
            <a:ext cx="2325897" cy="1661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P&amp;G Logo, symbol, meaning, history, PNG, brand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2281" y="2607993"/>
            <a:ext cx="1678738" cy="944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2" descr="Xephyr Logo"/>
          <p:cNvSpPr>
            <a:spLocks noChangeAspect="1" noChangeArrowheads="1"/>
          </p:cNvSpPr>
          <p:nvPr/>
        </p:nvSpPr>
        <p:spPr bwMode="auto">
          <a:xfrm flipV="1">
            <a:off x="5943599" y="-755551"/>
            <a:ext cx="4032151" cy="4032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1" name="AutoShape 4" descr="Xephyr Logo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pic>
        <p:nvPicPr>
          <p:cNvPr id="13" name="Graphic 12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31332" y="1589812"/>
            <a:ext cx="1498123" cy="647189"/>
          </a:xfrm>
          <a:prstGeom prst="rect">
            <a:avLst/>
          </a:prstGeom>
        </p:spPr>
      </p:pic>
      <p:grpSp>
        <p:nvGrpSpPr>
          <p:cNvPr id="127" name="组合 126"/>
          <p:cNvGrpSpPr/>
          <p:nvPr>
            <p:custDataLst>
              <p:tags r:id="rId9"/>
            </p:custDataLst>
          </p:nvPr>
        </p:nvGrpSpPr>
        <p:grpSpPr>
          <a:xfrm>
            <a:off x="6134082" y="4458970"/>
            <a:ext cx="5794051" cy="1226332"/>
            <a:chOff x="1553" y="3285"/>
            <a:chExt cx="16094" cy="3432"/>
          </a:xfrm>
        </p:grpSpPr>
        <p:sp>
          <p:nvSpPr>
            <p:cNvPr id="128" name="Oval 11"/>
            <p:cNvSpPr/>
            <p:nvPr>
              <p:custDataLst>
                <p:tags r:id="rId10"/>
              </p:custDataLst>
            </p:nvPr>
          </p:nvSpPr>
          <p:spPr>
            <a:xfrm>
              <a:off x="2993" y="3630"/>
              <a:ext cx="1243" cy="12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rmAutofit/>
            </a:bodyPr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en-US" sz="2000" b="1">
                  <a:solidFill>
                    <a:srgbClr val="FFFFFF"/>
                  </a:solidFill>
                  <a:latin typeface="+mn-ea"/>
                  <a:cs typeface="+mn-ea"/>
                  <a:sym typeface="+mn-ea"/>
                </a:rPr>
                <a:t>01</a:t>
              </a:r>
              <a:endParaRPr lang="en-US" sz="2000" b="1">
                <a:solidFill>
                  <a:srgbClr val="FFFFFF"/>
                </a:solidFill>
                <a:latin typeface="+mn-ea"/>
                <a:cs typeface="+mn-ea"/>
                <a:sym typeface="+mn-ea"/>
              </a:endParaRPr>
            </a:p>
          </p:txBody>
        </p:sp>
        <p:cxnSp>
          <p:nvCxnSpPr>
            <p:cNvPr id="129" name="直接连接符 128"/>
            <p:cNvCxnSpPr/>
            <p:nvPr>
              <p:custDataLst>
                <p:tags r:id="rId11"/>
              </p:custDataLst>
            </p:nvPr>
          </p:nvCxnSpPr>
          <p:spPr>
            <a:xfrm>
              <a:off x="6608" y="3285"/>
              <a:ext cx="0" cy="3432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>
              <p:custDataLst>
                <p:tags r:id="rId12"/>
              </p:custDataLst>
            </p:nvPr>
          </p:nvCxnSpPr>
          <p:spPr>
            <a:xfrm>
              <a:off x="12593" y="3285"/>
              <a:ext cx="0" cy="3432"/>
            </a:xfrm>
            <a:prstGeom prst="line">
              <a:avLst/>
            </a:prstGeom>
            <a:ln w="952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Oval 11"/>
            <p:cNvSpPr/>
            <p:nvPr>
              <p:custDataLst>
                <p:tags r:id="rId13"/>
              </p:custDataLst>
            </p:nvPr>
          </p:nvSpPr>
          <p:spPr>
            <a:xfrm>
              <a:off x="8979" y="3630"/>
              <a:ext cx="1243" cy="12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rmAutofit/>
            </a:bodyPr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en-US" sz="2000" b="1">
                  <a:solidFill>
                    <a:srgbClr val="FFFFFF"/>
                  </a:solidFill>
                  <a:latin typeface="+mn-ea"/>
                  <a:cs typeface="+mn-ea"/>
                  <a:sym typeface="+mn-ea"/>
                </a:rPr>
                <a:t>02</a:t>
              </a:r>
              <a:endParaRPr lang="en-US" sz="2000" b="1">
                <a:solidFill>
                  <a:srgbClr val="FFFFFF"/>
                </a:solidFill>
                <a:latin typeface="+mn-ea"/>
                <a:cs typeface="+mn-ea"/>
                <a:sym typeface="+mn-ea"/>
              </a:endParaRPr>
            </a:p>
          </p:txBody>
        </p:sp>
        <p:sp>
          <p:nvSpPr>
            <p:cNvPr id="132" name="Oval 11"/>
            <p:cNvSpPr/>
            <p:nvPr>
              <p:custDataLst>
                <p:tags r:id="rId14"/>
              </p:custDataLst>
            </p:nvPr>
          </p:nvSpPr>
          <p:spPr>
            <a:xfrm>
              <a:off x="14827" y="3630"/>
              <a:ext cx="1243" cy="12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rmAutofit/>
            </a:bodyPr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en-US" sz="2000" b="1">
                  <a:solidFill>
                    <a:srgbClr val="FFFFFF"/>
                  </a:solidFill>
                  <a:latin typeface="+mn-ea"/>
                  <a:cs typeface="+mn-ea"/>
                  <a:sym typeface="+mn-ea"/>
                </a:rPr>
                <a:t>03</a:t>
              </a:r>
              <a:endParaRPr lang="en-US" sz="2000" b="1">
                <a:solidFill>
                  <a:srgbClr val="FFFFFF"/>
                </a:solidFill>
                <a:latin typeface="+mn-ea"/>
                <a:cs typeface="+mn-ea"/>
                <a:sym typeface="+mn-ea"/>
              </a:endParaRPr>
            </a:p>
          </p:txBody>
        </p:sp>
        <p:sp>
          <p:nvSpPr>
            <p:cNvPr id="133" name="矩形 132"/>
            <p:cNvSpPr/>
            <p:nvPr>
              <p:custDataLst>
                <p:tags r:id="rId15"/>
              </p:custDataLst>
            </p:nvPr>
          </p:nvSpPr>
          <p:spPr>
            <a:xfrm>
              <a:off x="1553" y="5701"/>
              <a:ext cx="4393" cy="628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noAutofit/>
            </a:bodyPr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b="1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lt"/>
                  <a:sym typeface="+mn-ea"/>
                </a:rPr>
                <a:t>Data Science</a:t>
              </a:r>
              <a:endParaRPr lang="en-US" altLang="zh-CN" sz="1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  <a:sym typeface="+mn-ea"/>
              </a:endParaRPr>
            </a:p>
          </p:txBody>
        </p:sp>
        <p:sp>
          <p:nvSpPr>
            <p:cNvPr id="134" name="矩形 133"/>
            <p:cNvSpPr/>
            <p:nvPr>
              <p:custDataLst>
                <p:tags r:id="rId16"/>
              </p:custDataLst>
            </p:nvPr>
          </p:nvSpPr>
          <p:spPr>
            <a:xfrm>
              <a:off x="7404" y="5992"/>
              <a:ext cx="4393" cy="628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noAutofit/>
            </a:bodyPr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b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Enterprise Architecture</a:t>
              </a:r>
              <a:endParaRPr lang="en-US" altLang="zh-CN" sz="16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35" name="矩形 134"/>
            <p:cNvSpPr/>
            <p:nvPr>
              <p:custDataLst>
                <p:tags r:id="rId17"/>
              </p:custDataLst>
            </p:nvPr>
          </p:nvSpPr>
          <p:spPr>
            <a:xfrm>
              <a:off x="13254" y="5700"/>
              <a:ext cx="4393" cy="628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noAutofit/>
            </a:bodyPr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b="1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Quant Trading</a:t>
              </a:r>
              <a:endParaRPr lang="en-US" altLang="zh-CN" sz="1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7188" y="355600"/>
            <a:ext cx="254000" cy="254000"/>
          </a:xfrm>
          <a:prstGeom prst="rect">
            <a:avLst/>
          </a:prstGeom>
          <a:solidFill>
            <a:srgbClr val="005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文本框 4"/>
          <p:cNvSpPr txBox="1">
            <a:spLocks noChangeArrowheads="1"/>
          </p:cNvSpPr>
          <p:nvPr/>
        </p:nvSpPr>
        <p:spPr bwMode="auto">
          <a:xfrm>
            <a:off x="685800" y="282575"/>
            <a:ext cx="2657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AU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Buzz Words in AI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6" name="任意多边形 205"/>
          <p:cNvSpPr/>
          <p:nvPr>
            <p:custDataLst>
              <p:tags r:id="rId1"/>
            </p:custDataLst>
          </p:nvPr>
        </p:nvSpPr>
        <p:spPr>
          <a:xfrm>
            <a:off x="5681222" y="4313264"/>
            <a:ext cx="1103156" cy="353140"/>
          </a:xfrm>
          <a:custGeom>
            <a:avLst/>
            <a:gdLst>
              <a:gd name="connsiteX0" fmla="*/ 0 w 2043"/>
              <a:gd name="connsiteY0" fmla="*/ 654 h 654"/>
              <a:gd name="connsiteX1" fmla="*/ 655 w 2043"/>
              <a:gd name="connsiteY1" fmla="*/ 0 h 654"/>
              <a:gd name="connsiteX2" fmla="*/ 2043 w 2043"/>
              <a:gd name="connsiteY2" fmla="*/ 2 h 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43" h="654">
                <a:moveTo>
                  <a:pt x="0" y="654"/>
                </a:moveTo>
                <a:lnTo>
                  <a:pt x="655" y="0"/>
                </a:lnTo>
                <a:lnTo>
                  <a:pt x="2043" y="2"/>
                </a:lnTo>
              </a:path>
            </a:pathLst>
          </a:custGeom>
          <a:ln w="12700">
            <a:solidFill>
              <a:schemeClr val="accent1">
                <a:lumMod val="60000"/>
                <a:lumOff val="40000"/>
                <a:alpha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7" name="任意多边形 206"/>
          <p:cNvSpPr/>
          <p:nvPr>
            <p:custDataLst>
              <p:tags r:id="rId2"/>
            </p:custDataLst>
          </p:nvPr>
        </p:nvSpPr>
        <p:spPr>
          <a:xfrm>
            <a:off x="5156912" y="3466593"/>
            <a:ext cx="1629086" cy="353140"/>
          </a:xfrm>
          <a:custGeom>
            <a:avLst/>
            <a:gdLst>
              <a:gd name="connsiteX0" fmla="*/ 0 w 3017"/>
              <a:gd name="connsiteY0" fmla="*/ 654 h 654"/>
              <a:gd name="connsiteX1" fmla="*/ 655 w 3017"/>
              <a:gd name="connsiteY1" fmla="*/ 0 h 654"/>
              <a:gd name="connsiteX2" fmla="*/ 3017 w 3017"/>
              <a:gd name="connsiteY2" fmla="*/ 10 h 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17" h="654">
                <a:moveTo>
                  <a:pt x="0" y="654"/>
                </a:moveTo>
                <a:lnTo>
                  <a:pt x="655" y="0"/>
                </a:lnTo>
                <a:lnTo>
                  <a:pt x="3017" y="10"/>
                </a:lnTo>
              </a:path>
            </a:pathLst>
          </a:custGeom>
          <a:ln w="12700">
            <a:solidFill>
              <a:schemeClr val="accent2">
                <a:lumMod val="60000"/>
                <a:lumOff val="40000"/>
                <a:alpha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8" name="任意多边形 207"/>
          <p:cNvSpPr/>
          <p:nvPr>
            <p:custDataLst>
              <p:tags r:id="rId3"/>
            </p:custDataLst>
          </p:nvPr>
        </p:nvSpPr>
        <p:spPr>
          <a:xfrm>
            <a:off x="4653661" y="2637201"/>
            <a:ext cx="2133956" cy="353140"/>
          </a:xfrm>
          <a:custGeom>
            <a:avLst/>
            <a:gdLst>
              <a:gd name="connsiteX0" fmla="*/ 0 w 3952"/>
              <a:gd name="connsiteY0" fmla="*/ 654 h 654"/>
              <a:gd name="connsiteX1" fmla="*/ 655 w 3952"/>
              <a:gd name="connsiteY1" fmla="*/ 0 h 654"/>
              <a:gd name="connsiteX2" fmla="*/ 3952 w 3952"/>
              <a:gd name="connsiteY2" fmla="*/ 4 h 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52" h="654">
                <a:moveTo>
                  <a:pt x="0" y="654"/>
                </a:moveTo>
                <a:lnTo>
                  <a:pt x="655" y="0"/>
                </a:lnTo>
                <a:lnTo>
                  <a:pt x="3952" y="4"/>
                </a:lnTo>
              </a:path>
            </a:pathLst>
          </a:custGeom>
          <a:ln w="12700">
            <a:solidFill>
              <a:schemeClr val="accent1">
                <a:lumMod val="60000"/>
                <a:lumOff val="40000"/>
                <a:alpha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9" name="椭圆 208"/>
          <p:cNvSpPr/>
          <p:nvPr>
            <p:custDataLst>
              <p:tags r:id="rId4"/>
            </p:custDataLst>
          </p:nvPr>
        </p:nvSpPr>
        <p:spPr>
          <a:xfrm>
            <a:off x="6784918" y="2545406"/>
            <a:ext cx="186289" cy="186289"/>
          </a:xfrm>
          <a:prstGeom prst="ellipse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0" name="椭圆 209"/>
          <p:cNvSpPr/>
          <p:nvPr>
            <p:custDataLst>
              <p:tags r:id="rId5"/>
            </p:custDataLst>
          </p:nvPr>
        </p:nvSpPr>
        <p:spPr>
          <a:xfrm>
            <a:off x="6845934" y="2606422"/>
            <a:ext cx="64256" cy="6425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1" name="椭圆 210"/>
          <p:cNvSpPr/>
          <p:nvPr>
            <p:custDataLst>
              <p:tags r:id="rId6"/>
            </p:custDataLst>
          </p:nvPr>
        </p:nvSpPr>
        <p:spPr>
          <a:xfrm>
            <a:off x="6784918" y="3379118"/>
            <a:ext cx="186289" cy="186289"/>
          </a:xfrm>
          <a:prstGeom prst="ellipse">
            <a:avLst/>
          </a:prstGeom>
          <a:solidFill>
            <a:schemeClr val="accent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2" name="椭圆 211"/>
          <p:cNvSpPr/>
          <p:nvPr>
            <p:custDataLst>
              <p:tags r:id="rId7"/>
            </p:custDataLst>
          </p:nvPr>
        </p:nvSpPr>
        <p:spPr>
          <a:xfrm>
            <a:off x="6845934" y="3440134"/>
            <a:ext cx="64256" cy="6425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3" name="椭圆 212"/>
          <p:cNvSpPr/>
          <p:nvPr>
            <p:custDataLst>
              <p:tags r:id="rId8"/>
            </p:custDataLst>
          </p:nvPr>
        </p:nvSpPr>
        <p:spPr>
          <a:xfrm>
            <a:off x="6784918" y="4221469"/>
            <a:ext cx="186289" cy="186289"/>
          </a:xfrm>
          <a:prstGeom prst="ellipse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4" name="椭圆 213"/>
          <p:cNvSpPr/>
          <p:nvPr>
            <p:custDataLst>
              <p:tags r:id="rId9"/>
            </p:custDataLst>
          </p:nvPr>
        </p:nvSpPr>
        <p:spPr>
          <a:xfrm>
            <a:off x="6845934" y="4282485"/>
            <a:ext cx="64256" cy="6425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5" name="任意多边形 214"/>
          <p:cNvSpPr/>
          <p:nvPr>
            <p:custDataLst>
              <p:tags r:id="rId10"/>
            </p:custDataLst>
          </p:nvPr>
        </p:nvSpPr>
        <p:spPr>
          <a:xfrm>
            <a:off x="2092049" y="4430437"/>
            <a:ext cx="3775461" cy="533489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6992" h="988">
                <a:moveTo>
                  <a:pt x="608" y="0"/>
                </a:moveTo>
                <a:lnTo>
                  <a:pt x="6384" y="0"/>
                </a:lnTo>
                <a:lnTo>
                  <a:pt x="6992" y="988"/>
                </a:lnTo>
                <a:lnTo>
                  <a:pt x="0" y="988"/>
                </a:lnTo>
                <a:lnTo>
                  <a:pt x="608" y="0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100000"/>
                </a:schemeClr>
              </a:gs>
              <a:gs pos="0">
                <a:schemeClr val="accent1">
                  <a:lumMod val="70000"/>
                  <a:lumOff val="30000"/>
                  <a:alpha val="100000"/>
                </a:schemeClr>
              </a:gs>
            </a:gsLst>
            <a:lin ang="10800000" scaled="0"/>
          </a:gradFill>
          <a:ln>
            <a:noFill/>
          </a:ln>
          <a:effectLst>
            <a:outerShdw blurRad="203200" dist="762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Machine Learning</a:t>
            </a:r>
            <a:endParaRPr lang="en-US" altLang="zh-CN" sz="1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216" name="任意多边形 215"/>
          <p:cNvSpPr/>
          <p:nvPr>
            <p:custDataLst>
              <p:tags r:id="rId11"/>
            </p:custDataLst>
          </p:nvPr>
        </p:nvSpPr>
        <p:spPr>
          <a:xfrm>
            <a:off x="3601802" y="1903923"/>
            <a:ext cx="774855" cy="630144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1209" h="983">
                <a:moveTo>
                  <a:pt x="605" y="0"/>
                </a:moveTo>
                <a:lnTo>
                  <a:pt x="1209" y="983"/>
                </a:lnTo>
                <a:lnTo>
                  <a:pt x="0" y="983"/>
                </a:lnTo>
                <a:lnTo>
                  <a:pt x="605" y="0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100000"/>
                </a:schemeClr>
              </a:gs>
              <a:gs pos="0">
                <a:schemeClr val="accent1">
                  <a:lumMod val="70000"/>
                  <a:lumOff val="30000"/>
                  <a:alpha val="100000"/>
                </a:schemeClr>
              </a:gs>
            </a:gsLst>
            <a:lin ang="10800000" scaled="0"/>
          </a:gradFill>
          <a:ln>
            <a:noFill/>
          </a:ln>
          <a:effectLst>
            <a:outerShdw blurRad="203200" dist="762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Agent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217" name="任意多边形 216"/>
          <p:cNvSpPr/>
          <p:nvPr>
            <p:custDataLst>
              <p:tags r:id="rId12"/>
            </p:custDataLst>
          </p:nvPr>
        </p:nvSpPr>
        <p:spPr>
          <a:xfrm>
            <a:off x="3138509" y="2747894"/>
            <a:ext cx="1682003" cy="516750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3115" h="957">
                <a:moveTo>
                  <a:pt x="589" y="0"/>
                </a:moveTo>
                <a:lnTo>
                  <a:pt x="2526" y="0"/>
                </a:lnTo>
                <a:lnTo>
                  <a:pt x="3115" y="957"/>
                </a:lnTo>
                <a:lnTo>
                  <a:pt x="0" y="957"/>
                </a:lnTo>
                <a:lnTo>
                  <a:pt x="589" y="0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100000"/>
                </a:schemeClr>
              </a:gs>
              <a:gs pos="0">
                <a:schemeClr val="accent1">
                  <a:lumMod val="70000"/>
                  <a:lumOff val="30000"/>
                  <a:alpha val="100000"/>
                </a:schemeClr>
              </a:gs>
            </a:gsLst>
            <a:lin ang="10800000" scaled="0"/>
          </a:gradFill>
          <a:ln>
            <a:noFill/>
          </a:ln>
          <a:effectLst>
            <a:outerShdw blurRad="203200" dist="762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NLP, CV, LLM</a:t>
            </a:r>
            <a:endParaRPr lang="en-US" altLang="zh-CN" sz="1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218" name="任意多边形 217"/>
          <p:cNvSpPr/>
          <p:nvPr>
            <p:custDataLst>
              <p:tags r:id="rId13"/>
            </p:custDataLst>
          </p:nvPr>
        </p:nvSpPr>
        <p:spPr>
          <a:xfrm>
            <a:off x="2616899" y="3582146"/>
            <a:ext cx="2725762" cy="528629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5048" h="979">
                <a:moveTo>
                  <a:pt x="602" y="0"/>
                </a:moveTo>
                <a:lnTo>
                  <a:pt x="4446" y="0"/>
                </a:lnTo>
                <a:lnTo>
                  <a:pt x="5048" y="979"/>
                </a:lnTo>
                <a:lnTo>
                  <a:pt x="0" y="979"/>
                </a:lnTo>
                <a:lnTo>
                  <a:pt x="602" y="0"/>
                </a:lnTo>
                <a:close/>
              </a:path>
            </a:pathLst>
          </a:custGeom>
          <a:gradFill>
            <a:gsLst>
              <a:gs pos="100000">
                <a:schemeClr val="accent2">
                  <a:alpha val="100000"/>
                </a:schemeClr>
              </a:gs>
              <a:gs pos="0">
                <a:schemeClr val="accent2">
                  <a:lumMod val="70000"/>
                  <a:lumOff val="30000"/>
                  <a:alpha val="100000"/>
                </a:schemeClr>
              </a:gs>
            </a:gsLst>
            <a:lin ang="10800000" scaled="0"/>
          </a:gradFill>
          <a:ln>
            <a:noFill/>
          </a:ln>
          <a:effectLst>
            <a:outerShdw blurRad="203200" dist="76200" dir="8100000" algn="tr" rotWithShape="0">
              <a:schemeClr val="accent2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Deep Learning</a:t>
            </a:r>
            <a:endParaRPr lang="en-US" altLang="zh-CN" sz="1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219" name="平行四边形 218"/>
          <p:cNvSpPr/>
          <p:nvPr>
            <p:custDataLst>
              <p:tags r:id="rId14"/>
            </p:custDataLst>
          </p:nvPr>
        </p:nvSpPr>
        <p:spPr>
          <a:xfrm>
            <a:off x="3457630" y="2534067"/>
            <a:ext cx="919567" cy="213828"/>
          </a:xfrm>
          <a:prstGeom prst="parallelogram">
            <a:avLst>
              <a:gd name="adj" fmla="val 165656"/>
            </a:avLst>
          </a:prstGeom>
          <a:gradFill>
            <a:gsLst>
              <a:gs pos="0">
                <a:schemeClr val="accent1">
                  <a:lumMod val="75000"/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40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20" name="平行四边形 219"/>
          <p:cNvSpPr/>
          <p:nvPr>
            <p:custDataLst>
              <p:tags r:id="rId15"/>
            </p:custDataLst>
          </p:nvPr>
        </p:nvSpPr>
        <p:spPr>
          <a:xfrm>
            <a:off x="2942500" y="3262484"/>
            <a:ext cx="1878011" cy="319661"/>
          </a:xfrm>
          <a:prstGeom prst="parallelogram">
            <a:avLst>
              <a:gd name="adj" fmla="val 180067"/>
            </a:avLst>
          </a:prstGeom>
          <a:gradFill>
            <a:gsLst>
              <a:gs pos="0">
                <a:schemeClr val="accent2">
                  <a:lumMod val="75000"/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40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21" name="平行四边形 220"/>
          <p:cNvSpPr/>
          <p:nvPr>
            <p:custDataLst>
              <p:tags r:id="rId16"/>
            </p:custDataLst>
          </p:nvPr>
        </p:nvSpPr>
        <p:spPr>
          <a:xfrm>
            <a:off x="2420350" y="4110775"/>
            <a:ext cx="2921771" cy="319661"/>
          </a:xfrm>
          <a:prstGeom prst="parallelogram">
            <a:avLst>
              <a:gd name="adj" fmla="val 241047"/>
            </a:avLst>
          </a:prstGeom>
          <a:gradFill>
            <a:gsLst>
              <a:gs pos="0">
                <a:schemeClr val="accent1">
                  <a:lumMod val="75000"/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40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22" name="任意多边形: 形状 39"/>
          <p:cNvSpPr/>
          <p:nvPr>
            <p:custDataLst>
              <p:tags r:id="rId17"/>
            </p:custDataLst>
          </p:nvPr>
        </p:nvSpPr>
        <p:spPr>
          <a:xfrm>
            <a:off x="7097020" y="2423913"/>
            <a:ext cx="384998" cy="433055"/>
          </a:xfrm>
          <a:custGeom>
            <a:avLst/>
            <a:gdLst>
              <a:gd name="connsiteX0" fmla="*/ 354445 w 354711"/>
              <a:gd name="connsiteY0" fmla="*/ 279630 h 398159"/>
              <a:gd name="connsiteX1" fmla="*/ 354445 w 354711"/>
              <a:gd name="connsiteY1" fmla="*/ 117705 h 398159"/>
              <a:gd name="connsiteX2" fmla="*/ 335395 w 354711"/>
              <a:gd name="connsiteY2" fmla="*/ 85511 h 398159"/>
              <a:gd name="connsiteX3" fmla="*/ 195664 w 354711"/>
              <a:gd name="connsiteY3" fmla="*/ 4834 h 398159"/>
              <a:gd name="connsiteX4" fmla="*/ 158421 w 354711"/>
              <a:gd name="connsiteY4" fmla="*/ 4834 h 398159"/>
              <a:gd name="connsiteX5" fmla="*/ 18308 w 354711"/>
              <a:gd name="connsiteY5" fmla="*/ 85701 h 398159"/>
              <a:gd name="connsiteX6" fmla="*/ -266 w 354711"/>
              <a:gd name="connsiteY6" fmla="*/ 117896 h 398159"/>
              <a:gd name="connsiteX7" fmla="*/ -266 w 354711"/>
              <a:gd name="connsiteY7" fmla="*/ 279821 h 398159"/>
              <a:gd name="connsiteX8" fmla="*/ 18308 w 354711"/>
              <a:gd name="connsiteY8" fmla="*/ 312110 h 398159"/>
              <a:gd name="connsiteX9" fmla="*/ 158421 w 354711"/>
              <a:gd name="connsiteY9" fmla="*/ 392978 h 398159"/>
              <a:gd name="connsiteX10" fmla="*/ 195664 w 354711"/>
              <a:gd name="connsiteY10" fmla="*/ 392978 h 398159"/>
              <a:gd name="connsiteX11" fmla="*/ 335681 w 354711"/>
              <a:gd name="connsiteY11" fmla="*/ 312110 h 398159"/>
              <a:gd name="connsiteX12" fmla="*/ 354445 w 354711"/>
              <a:gd name="connsiteY12" fmla="*/ 279630 h 39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4711" h="398159">
                <a:moveTo>
                  <a:pt x="354445" y="279630"/>
                </a:moveTo>
                <a:lnTo>
                  <a:pt x="354445" y="117705"/>
                </a:lnTo>
                <a:cubicBezTo>
                  <a:pt x="354341" y="104332"/>
                  <a:pt x="347064" y="92045"/>
                  <a:pt x="335395" y="85511"/>
                </a:cubicBezTo>
                <a:lnTo>
                  <a:pt x="195664" y="4834"/>
                </a:lnTo>
                <a:cubicBezTo>
                  <a:pt x="184148" y="-1843"/>
                  <a:pt x="169937" y="-1843"/>
                  <a:pt x="158421" y="4834"/>
                </a:cubicBezTo>
                <a:lnTo>
                  <a:pt x="18308" y="85701"/>
                </a:lnTo>
                <a:cubicBezTo>
                  <a:pt x="6821" y="92359"/>
                  <a:pt x="-256" y="104618"/>
                  <a:pt x="-266" y="117896"/>
                </a:cubicBezTo>
                <a:lnTo>
                  <a:pt x="-266" y="279821"/>
                </a:lnTo>
                <a:cubicBezTo>
                  <a:pt x="-284" y="293127"/>
                  <a:pt x="6792" y="305443"/>
                  <a:pt x="18308" y="312110"/>
                </a:cubicBezTo>
                <a:lnTo>
                  <a:pt x="158421" y="392978"/>
                </a:lnTo>
                <a:cubicBezTo>
                  <a:pt x="169937" y="399655"/>
                  <a:pt x="184148" y="399655"/>
                  <a:pt x="195664" y="392978"/>
                </a:cubicBezTo>
                <a:lnTo>
                  <a:pt x="335681" y="312110"/>
                </a:lnTo>
                <a:cubicBezTo>
                  <a:pt x="347311" y="305443"/>
                  <a:pt x="354474" y="293041"/>
                  <a:pt x="354445" y="27963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  <a:lumOff val="25000"/>
                  <a:alpha val="100000"/>
                </a:schemeClr>
              </a:gs>
              <a:gs pos="100000">
                <a:schemeClr val="accent1">
                  <a:lumMod val="85000"/>
                  <a:lumOff val="15000"/>
                  <a:alpha val="100000"/>
                </a:schemeClr>
              </a:gs>
            </a:gsLst>
            <a:lin ang="2640000" scaled="0"/>
          </a:gradFill>
          <a:ln w="317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sz="160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23" name="矩形 222"/>
          <p:cNvSpPr/>
          <p:nvPr>
            <p:custDataLst>
              <p:tags r:id="rId18"/>
            </p:custDataLst>
          </p:nvPr>
        </p:nvSpPr>
        <p:spPr>
          <a:xfrm>
            <a:off x="7694765" y="2263002"/>
            <a:ext cx="3111840" cy="76513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just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CNN, RNN, LSTM, Attention, Transformer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24" name="任意多边形: 形状 39"/>
          <p:cNvSpPr/>
          <p:nvPr>
            <p:custDataLst>
              <p:tags r:id="rId19"/>
            </p:custDataLst>
          </p:nvPr>
        </p:nvSpPr>
        <p:spPr>
          <a:xfrm>
            <a:off x="7097020" y="3266804"/>
            <a:ext cx="384998" cy="433055"/>
          </a:xfrm>
          <a:custGeom>
            <a:avLst/>
            <a:gdLst>
              <a:gd name="connsiteX0" fmla="*/ 354445 w 354711"/>
              <a:gd name="connsiteY0" fmla="*/ 279630 h 398159"/>
              <a:gd name="connsiteX1" fmla="*/ 354445 w 354711"/>
              <a:gd name="connsiteY1" fmla="*/ 117705 h 398159"/>
              <a:gd name="connsiteX2" fmla="*/ 335395 w 354711"/>
              <a:gd name="connsiteY2" fmla="*/ 85511 h 398159"/>
              <a:gd name="connsiteX3" fmla="*/ 195664 w 354711"/>
              <a:gd name="connsiteY3" fmla="*/ 4834 h 398159"/>
              <a:gd name="connsiteX4" fmla="*/ 158421 w 354711"/>
              <a:gd name="connsiteY4" fmla="*/ 4834 h 398159"/>
              <a:gd name="connsiteX5" fmla="*/ 18308 w 354711"/>
              <a:gd name="connsiteY5" fmla="*/ 85701 h 398159"/>
              <a:gd name="connsiteX6" fmla="*/ -266 w 354711"/>
              <a:gd name="connsiteY6" fmla="*/ 117896 h 398159"/>
              <a:gd name="connsiteX7" fmla="*/ -266 w 354711"/>
              <a:gd name="connsiteY7" fmla="*/ 279821 h 398159"/>
              <a:gd name="connsiteX8" fmla="*/ 18308 w 354711"/>
              <a:gd name="connsiteY8" fmla="*/ 312110 h 398159"/>
              <a:gd name="connsiteX9" fmla="*/ 158421 w 354711"/>
              <a:gd name="connsiteY9" fmla="*/ 392978 h 398159"/>
              <a:gd name="connsiteX10" fmla="*/ 195664 w 354711"/>
              <a:gd name="connsiteY10" fmla="*/ 392978 h 398159"/>
              <a:gd name="connsiteX11" fmla="*/ 335681 w 354711"/>
              <a:gd name="connsiteY11" fmla="*/ 312110 h 398159"/>
              <a:gd name="connsiteX12" fmla="*/ 354445 w 354711"/>
              <a:gd name="connsiteY12" fmla="*/ 279630 h 39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4711" h="398159">
                <a:moveTo>
                  <a:pt x="354445" y="279630"/>
                </a:moveTo>
                <a:lnTo>
                  <a:pt x="354445" y="117705"/>
                </a:lnTo>
                <a:cubicBezTo>
                  <a:pt x="354341" y="104332"/>
                  <a:pt x="347064" y="92045"/>
                  <a:pt x="335395" y="85511"/>
                </a:cubicBezTo>
                <a:lnTo>
                  <a:pt x="195664" y="4834"/>
                </a:lnTo>
                <a:cubicBezTo>
                  <a:pt x="184148" y="-1843"/>
                  <a:pt x="169937" y="-1843"/>
                  <a:pt x="158421" y="4834"/>
                </a:cubicBezTo>
                <a:lnTo>
                  <a:pt x="18308" y="85701"/>
                </a:lnTo>
                <a:cubicBezTo>
                  <a:pt x="6821" y="92359"/>
                  <a:pt x="-256" y="104618"/>
                  <a:pt x="-266" y="117896"/>
                </a:cubicBezTo>
                <a:lnTo>
                  <a:pt x="-266" y="279821"/>
                </a:lnTo>
                <a:cubicBezTo>
                  <a:pt x="-284" y="293127"/>
                  <a:pt x="6792" y="305443"/>
                  <a:pt x="18308" y="312110"/>
                </a:cubicBezTo>
                <a:lnTo>
                  <a:pt x="158421" y="392978"/>
                </a:lnTo>
                <a:cubicBezTo>
                  <a:pt x="169937" y="399655"/>
                  <a:pt x="184148" y="399655"/>
                  <a:pt x="195664" y="392978"/>
                </a:cubicBezTo>
                <a:lnTo>
                  <a:pt x="335681" y="312110"/>
                </a:lnTo>
                <a:cubicBezTo>
                  <a:pt x="347311" y="305443"/>
                  <a:pt x="354474" y="293041"/>
                  <a:pt x="354445" y="27963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75000"/>
                  <a:lumOff val="25000"/>
                  <a:alpha val="100000"/>
                </a:schemeClr>
              </a:gs>
              <a:gs pos="100000">
                <a:schemeClr val="accent2">
                  <a:lumMod val="85000"/>
                  <a:lumOff val="15000"/>
                  <a:alpha val="100000"/>
                </a:schemeClr>
              </a:gs>
            </a:gsLst>
            <a:lin ang="2640000" scaled="0"/>
          </a:gradFill>
          <a:ln w="317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sz="160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25" name="矩形 224"/>
          <p:cNvSpPr/>
          <p:nvPr>
            <p:custDataLst>
              <p:tags r:id="rId20"/>
            </p:custDataLst>
          </p:nvPr>
        </p:nvSpPr>
        <p:spPr>
          <a:xfrm>
            <a:off x="7694765" y="3105893"/>
            <a:ext cx="3117240" cy="76513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just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Neural Network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26" name="任意多边形: 形状 39"/>
          <p:cNvSpPr/>
          <p:nvPr>
            <p:custDataLst>
              <p:tags r:id="rId21"/>
            </p:custDataLst>
          </p:nvPr>
        </p:nvSpPr>
        <p:spPr>
          <a:xfrm>
            <a:off x="7097020" y="4102136"/>
            <a:ext cx="384998" cy="433055"/>
          </a:xfrm>
          <a:custGeom>
            <a:avLst/>
            <a:gdLst>
              <a:gd name="connsiteX0" fmla="*/ 354445 w 354711"/>
              <a:gd name="connsiteY0" fmla="*/ 279630 h 398159"/>
              <a:gd name="connsiteX1" fmla="*/ 354445 w 354711"/>
              <a:gd name="connsiteY1" fmla="*/ 117705 h 398159"/>
              <a:gd name="connsiteX2" fmla="*/ 335395 w 354711"/>
              <a:gd name="connsiteY2" fmla="*/ 85511 h 398159"/>
              <a:gd name="connsiteX3" fmla="*/ 195664 w 354711"/>
              <a:gd name="connsiteY3" fmla="*/ 4834 h 398159"/>
              <a:gd name="connsiteX4" fmla="*/ 158421 w 354711"/>
              <a:gd name="connsiteY4" fmla="*/ 4834 h 398159"/>
              <a:gd name="connsiteX5" fmla="*/ 18308 w 354711"/>
              <a:gd name="connsiteY5" fmla="*/ 85701 h 398159"/>
              <a:gd name="connsiteX6" fmla="*/ -266 w 354711"/>
              <a:gd name="connsiteY6" fmla="*/ 117896 h 398159"/>
              <a:gd name="connsiteX7" fmla="*/ -266 w 354711"/>
              <a:gd name="connsiteY7" fmla="*/ 279821 h 398159"/>
              <a:gd name="connsiteX8" fmla="*/ 18308 w 354711"/>
              <a:gd name="connsiteY8" fmla="*/ 312110 h 398159"/>
              <a:gd name="connsiteX9" fmla="*/ 158421 w 354711"/>
              <a:gd name="connsiteY9" fmla="*/ 392978 h 398159"/>
              <a:gd name="connsiteX10" fmla="*/ 195664 w 354711"/>
              <a:gd name="connsiteY10" fmla="*/ 392978 h 398159"/>
              <a:gd name="connsiteX11" fmla="*/ 335681 w 354711"/>
              <a:gd name="connsiteY11" fmla="*/ 312110 h 398159"/>
              <a:gd name="connsiteX12" fmla="*/ 354445 w 354711"/>
              <a:gd name="connsiteY12" fmla="*/ 279630 h 39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4711" h="398159">
                <a:moveTo>
                  <a:pt x="354445" y="279630"/>
                </a:moveTo>
                <a:lnTo>
                  <a:pt x="354445" y="117705"/>
                </a:lnTo>
                <a:cubicBezTo>
                  <a:pt x="354341" y="104332"/>
                  <a:pt x="347064" y="92045"/>
                  <a:pt x="335395" y="85511"/>
                </a:cubicBezTo>
                <a:lnTo>
                  <a:pt x="195664" y="4834"/>
                </a:lnTo>
                <a:cubicBezTo>
                  <a:pt x="184148" y="-1843"/>
                  <a:pt x="169937" y="-1843"/>
                  <a:pt x="158421" y="4834"/>
                </a:cubicBezTo>
                <a:lnTo>
                  <a:pt x="18308" y="85701"/>
                </a:lnTo>
                <a:cubicBezTo>
                  <a:pt x="6821" y="92359"/>
                  <a:pt x="-256" y="104618"/>
                  <a:pt x="-266" y="117896"/>
                </a:cubicBezTo>
                <a:lnTo>
                  <a:pt x="-266" y="279821"/>
                </a:lnTo>
                <a:cubicBezTo>
                  <a:pt x="-284" y="293127"/>
                  <a:pt x="6792" y="305443"/>
                  <a:pt x="18308" y="312110"/>
                </a:cubicBezTo>
                <a:lnTo>
                  <a:pt x="158421" y="392978"/>
                </a:lnTo>
                <a:cubicBezTo>
                  <a:pt x="169937" y="399655"/>
                  <a:pt x="184148" y="399655"/>
                  <a:pt x="195664" y="392978"/>
                </a:cubicBezTo>
                <a:lnTo>
                  <a:pt x="335681" y="312110"/>
                </a:lnTo>
                <a:cubicBezTo>
                  <a:pt x="347311" y="305443"/>
                  <a:pt x="354474" y="293041"/>
                  <a:pt x="354445" y="27963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  <a:lumOff val="25000"/>
                  <a:alpha val="100000"/>
                </a:schemeClr>
              </a:gs>
              <a:gs pos="100000">
                <a:schemeClr val="accent1">
                  <a:lumMod val="85000"/>
                  <a:lumOff val="15000"/>
                  <a:alpha val="100000"/>
                </a:schemeClr>
              </a:gs>
            </a:gsLst>
            <a:lin ang="2640000" scaled="0"/>
          </a:gradFill>
          <a:ln w="317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sz="160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27" name="矩形 226"/>
          <p:cNvSpPr/>
          <p:nvPr>
            <p:custDataLst>
              <p:tags r:id="rId22"/>
            </p:custDataLst>
          </p:nvPr>
        </p:nvSpPr>
        <p:spPr>
          <a:xfrm>
            <a:off x="7694765" y="3948785"/>
            <a:ext cx="3117240" cy="76513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just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Linear Regression, Decision T</a:t>
            </a:r>
            <a:r>
              <a:rPr 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ree, Random Forest, SVM, GBDT, </a:t>
            </a:r>
            <a:r>
              <a:rPr lang="en-US" sz="12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XGBoost, Neural Network</a:t>
            </a:r>
            <a:r>
              <a:rPr 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…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28" name="任意多边形 227"/>
          <p:cNvSpPr/>
          <p:nvPr>
            <p:custDataLst>
              <p:tags r:id="rId23"/>
            </p:custDataLst>
          </p:nvPr>
        </p:nvSpPr>
        <p:spPr>
          <a:xfrm>
            <a:off x="1637396" y="5276568"/>
            <a:ext cx="4759996" cy="533489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8815" h="988">
                <a:moveTo>
                  <a:pt x="617" y="0"/>
                </a:moveTo>
                <a:lnTo>
                  <a:pt x="8198" y="0"/>
                </a:lnTo>
                <a:lnTo>
                  <a:pt x="8815" y="988"/>
                </a:lnTo>
                <a:lnTo>
                  <a:pt x="0" y="988"/>
                </a:lnTo>
                <a:lnTo>
                  <a:pt x="617" y="0"/>
                </a:lnTo>
                <a:close/>
              </a:path>
            </a:pathLst>
          </a:custGeom>
          <a:gradFill>
            <a:gsLst>
              <a:gs pos="100000">
                <a:schemeClr val="accent2">
                  <a:alpha val="100000"/>
                </a:schemeClr>
              </a:gs>
              <a:gs pos="0">
                <a:schemeClr val="accent2">
                  <a:lumMod val="70000"/>
                  <a:lumOff val="30000"/>
                  <a:alpha val="100000"/>
                </a:schemeClr>
              </a:gs>
            </a:gsLst>
            <a:lin ang="10800000" scaled="0"/>
          </a:gradFill>
          <a:ln>
            <a:noFill/>
          </a:ln>
          <a:effectLst>
            <a:outerShdw blurRad="203200" dist="76200" dir="8100000" algn="tr" rotWithShape="0">
              <a:schemeClr val="accent2">
                <a:lumMod val="75000"/>
                <a:alpha val="20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Artificial Intelligence</a:t>
            </a:r>
            <a:endParaRPr lang="zh-CN" altLang="en-US" sz="16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229" name="平行四边形 228"/>
          <p:cNvSpPr/>
          <p:nvPr>
            <p:custDataLst>
              <p:tags r:id="rId24"/>
            </p:custDataLst>
          </p:nvPr>
        </p:nvSpPr>
        <p:spPr>
          <a:xfrm>
            <a:off x="1960837" y="4963926"/>
            <a:ext cx="3906134" cy="319661"/>
          </a:xfrm>
          <a:prstGeom prst="parallelogram">
            <a:avLst>
              <a:gd name="adj" fmla="val 241047"/>
            </a:avLst>
          </a:prstGeom>
          <a:gradFill>
            <a:gsLst>
              <a:gs pos="0">
                <a:schemeClr val="accent2">
                  <a:lumMod val="75000"/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40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30" name="椭圆 229"/>
          <p:cNvSpPr/>
          <p:nvPr>
            <p:custDataLst>
              <p:tags r:id="rId25"/>
            </p:custDataLst>
          </p:nvPr>
        </p:nvSpPr>
        <p:spPr>
          <a:xfrm>
            <a:off x="6784918" y="5064360"/>
            <a:ext cx="186289" cy="186289"/>
          </a:xfrm>
          <a:prstGeom prst="ellipse">
            <a:avLst/>
          </a:prstGeom>
          <a:solidFill>
            <a:schemeClr val="accent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31" name="椭圆 230"/>
          <p:cNvSpPr/>
          <p:nvPr>
            <p:custDataLst>
              <p:tags r:id="rId26"/>
            </p:custDataLst>
          </p:nvPr>
        </p:nvSpPr>
        <p:spPr>
          <a:xfrm>
            <a:off x="6845934" y="5125377"/>
            <a:ext cx="64256" cy="6425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32" name="任意多边形: 形状 39"/>
          <p:cNvSpPr/>
          <p:nvPr>
            <p:custDataLst>
              <p:tags r:id="rId27"/>
            </p:custDataLst>
          </p:nvPr>
        </p:nvSpPr>
        <p:spPr>
          <a:xfrm>
            <a:off x="7097020" y="4945027"/>
            <a:ext cx="384998" cy="433055"/>
          </a:xfrm>
          <a:custGeom>
            <a:avLst/>
            <a:gdLst>
              <a:gd name="connsiteX0" fmla="*/ 354445 w 354711"/>
              <a:gd name="connsiteY0" fmla="*/ 279630 h 398159"/>
              <a:gd name="connsiteX1" fmla="*/ 354445 w 354711"/>
              <a:gd name="connsiteY1" fmla="*/ 117705 h 398159"/>
              <a:gd name="connsiteX2" fmla="*/ 335395 w 354711"/>
              <a:gd name="connsiteY2" fmla="*/ 85511 h 398159"/>
              <a:gd name="connsiteX3" fmla="*/ 195664 w 354711"/>
              <a:gd name="connsiteY3" fmla="*/ 4834 h 398159"/>
              <a:gd name="connsiteX4" fmla="*/ 158421 w 354711"/>
              <a:gd name="connsiteY4" fmla="*/ 4834 h 398159"/>
              <a:gd name="connsiteX5" fmla="*/ 18308 w 354711"/>
              <a:gd name="connsiteY5" fmla="*/ 85701 h 398159"/>
              <a:gd name="connsiteX6" fmla="*/ -266 w 354711"/>
              <a:gd name="connsiteY6" fmla="*/ 117896 h 398159"/>
              <a:gd name="connsiteX7" fmla="*/ -266 w 354711"/>
              <a:gd name="connsiteY7" fmla="*/ 279821 h 398159"/>
              <a:gd name="connsiteX8" fmla="*/ 18308 w 354711"/>
              <a:gd name="connsiteY8" fmla="*/ 312110 h 398159"/>
              <a:gd name="connsiteX9" fmla="*/ 158421 w 354711"/>
              <a:gd name="connsiteY9" fmla="*/ 392978 h 398159"/>
              <a:gd name="connsiteX10" fmla="*/ 195664 w 354711"/>
              <a:gd name="connsiteY10" fmla="*/ 392978 h 398159"/>
              <a:gd name="connsiteX11" fmla="*/ 335681 w 354711"/>
              <a:gd name="connsiteY11" fmla="*/ 312110 h 398159"/>
              <a:gd name="connsiteX12" fmla="*/ 354445 w 354711"/>
              <a:gd name="connsiteY12" fmla="*/ 279630 h 39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4711" h="398159">
                <a:moveTo>
                  <a:pt x="354445" y="279630"/>
                </a:moveTo>
                <a:lnTo>
                  <a:pt x="354445" y="117705"/>
                </a:lnTo>
                <a:cubicBezTo>
                  <a:pt x="354341" y="104332"/>
                  <a:pt x="347064" y="92045"/>
                  <a:pt x="335395" y="85511"/>
                </a:cubicBezTo>
                <a:lnTo>
                  <a:pt x="195664" y="4834"/>
                </a:lnTo>
                <a:cubicBezTo>
                  <a:pt x="184148" y="-1843"/>
                  <a:pt x="169937" y="-1843"/>
                  <a:pt x="158421" y="4834"/>
                </a:cubicBezTo>
                <a:lnTo>
                  <a:pt x="18308" y="85701"/>
                </a:lnTo>
                <a:cubicBezTo>
                  <a:pt x="6821" y="92359"/>
                  <a:pt x="-256" y="104618"/>
                  <a:pt x="-266" y="117896"/>
                </a:cubicBezTo>
                <a:lnTo>
                  <a:pt x="-266" y="279821"/>
                </a:lnTo>
                <a:cubicBezTo>
                  <a:pt x="-284" y="293127"/>
                  <a:pt x="6792" y="305443"/>
                  <a:pt x="18308" y="312110"/>
                </a:cubicBezTo>
                <a:lnTo>
                  <a:pt x="158421" y="392978"/>
                </a:lnTo>
                <a:cubicBezTo>
                  <a:pt x="169937" y="399655"/>
                  <a:pt x="184148" y="399655"/>
                  <a:pt x="195664" y="392978"/>
                </a:cubicBezTo>
                <a:lnTo>
                  <a:pt x="335681" y="312110"/>
                </a:lnTo>
                <a:cubicBezTo>
                  <a:pt x="347311" y="305443"/>
                  <a:pt x="354474" y="293041"/>
                  <a:pt x="354445" y="27963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75000"/>
                  <a:lumOff val="25000"/>
                  <a:alpha val="100000"/>
                </a:schemeClr>
              </a:gs>
              <a:gs pos="100000">
                <a:schemeClr val="accent2">
                  <a:lumMod val="85000"/>
                  <a:lumOff val="15000"/>
                  <a:alpha val="100000"/>
                </a:schemeClr>
              </a:gs>
            </a:gsLst>
            <a:lin ang="2640000" scaled="0"/>
          </a:gradFill>
          <a:ln w="317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sz="160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33" name="图片 12" descr="/data/temp/e6351589-4148-11f0-900c-926add686e65.svge6351589-4148-11f0-900c-926add686e65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>
          <a:xfrm>
            <a:off x="7193674" y="2544326"/>
            <a:ext cx="191933" cy="191933"/>
          </a:xfrm>
          <a:prstGeom prst="rect">
            <a:avLst/>
          </a:prstGeom>
        </p:spPr>
      </p:pic>
      <p:pic>
        <p:nvPicPr>
          <p:cNvPr id="234" name="图片 5" descr="/data/temp/e63515d3-4148-11f0-900c-926add686e65.svge63515d3-4148-11f0-900c-926add686e65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>
            <a:fillRect/>
          </a:stretch>
        </p:blipFill>
        <p:spPr>
          <a:xfrm>
            <a:off x="7185575" y="3379118"/>
            <a:ext cx="208163" cy="208163"/>
          </a:xfrm>
          <a:prstGeom prst="rect">
            <a:avLst/>
          </a:prstGeom>
        </p:spPr>
      </p:pic>
      <p:sp>
        <p:nvSpPr>
          <p:cNvPr id="235" name="矩形 234"/>
          <p:cNvSpPr/>
          <p:nvPr>
            <p:custDataLst>
              <p:tags r:id="rId34"/>
            </p:custDataLst>
          </p:nvPr>
        </p:nvSpPr>
        <p:spPr>
          <a:xfrm>
            <a:off x="7694765" y="4791676"/>
            <a:ext cx="3117240" cy="76513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just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Machine Learning, Statistic Learning, Evolutionary Algorithm, Symbolic AI … </a:t>
            </a:r>
            <a:endParaRPr lang="en-US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pic>
        <p:nvPicPr>
          <p:cNvPr id="236" name="图片 14" descr="/data/temp/e6351641-4148-11f0-900c-926add686e65.svge6351641-4148-11f0-900c-926add686e65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/>
          <a:stretch>
            <a:fillRect/>
          </a:stretch>
        </p:blipFill>
        <p:spPr>
          <a:xfrm>
            <a:off x="7197454" y="4226869"/>
            <a:ext cx="183589" cy="183589"/>
          </a:xfrm>
          <a:prstGeom prst="rect">
            <a:avLst/>
          </a:prstGeom>
        </p:spPr>
      </p:pic>
      <p:sp>
        <p:nvSpPr>
          <p:cNvPr id="237" name="任意多边形 236"/>
          <p:cNvSpPr/>
          <p:nvPr>
            <p:custDataLst>
              <p:tags r:id="rId38"/>
            </p:custDataLst>
          </p:nvPr>
        </p:nvSpPr>
        <p:spPr>
          <a:xfrm>
            <a:off x="6210391" y="5158855"/>
            <a:ext cx="577227" cy="357459"/>
          </a:xfrm>
          <a:custGeom>
            <a:avLst/>
            <a:gdLst>
              <a:gd name="connsiteX0" fmla="*/ 0 w 1069"/>
              <a:gd name="connsiteY0" fmla="*/ 662 h 662"/>
              <a:gd name="connsiteX1" fmla="*/ 603 w 1069"/>
              <a:gd name="connsiteY1" fmla="*/ 0 h 662"/>
              <a:gd name="connsiteX2" fmla="*/ 1069 w 1069"/>
              <a:gd name="connsiteY2" fmla="*/ 2 h 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69" h="662">
                <a:moveTo>
                  <a:pt x="0" y="662"/>
                </a:moveTo>
                <a:lnTo>
                  <a:pt x="603" y="0"/>
                </a:lnTo>
                <a:lnTo>
                  <a:pt x="1069" y="2"/>
                </a:lnTo>
              </a:path>
            </a:pathLst>
          </a:custGeom>
          <a:ln w="12700">
            <a:solidFill>
              <a:schemeClr val="accent2">
                <a:lumMod val="60000"/>
                <a:lumOff val="40000"/>
                <a:alpha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8" name="图片 19" descr="/data/temp/e63517a5-4148-11f0-900c-926add686e65.svge63517a5-4148-11f0-900c-926add686e65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/>
          <a:stretch>
            <a:fillRect/>
          </a:stretch>
        </p:blipFill>
        <p:spPr>
          <a:xfrm>
            <a:off x="7193134" y="5064900"/>
            <a:ext cx="192858" cy="1928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7188" y="355600"/>
            <a:ext cx="254000" cy="254000"/>
          </a:xfrm>
          <a:prstGeom prst="rect">
            <a:avLst/>
          </a:prstGeom>
          <a:solidFill>
            <a:srgbClr val="005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文本框 4"/>
          <p:cNvSpPr txBox="1">
            <a:spLocks noChangeArrowheads="1"/>
          </p:cNvSpPr>
          <p:nvPr/>
        </p:nvSpPr>
        <p:spPr bwMode="auto">
          <a:xfrm>
            <a:off x="685800" y="282575"/>
            <a:ext cx="2657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AU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Machine Learning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357188" y="868101"/>
                <a:ext cx="11043875" cy="5659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Machine Learning is a process to build a mapping function from input variables 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target output variable 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where human beings are hard to give clear instructions. 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CN" sz="3200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32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sub>
                      </m:sSub>
                      <m:r>
                        <a:rPr lang="en-US" altLang="zh-CN" sz="32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3200" b="1" i="1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altLang="zh-CN" sz="32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3200" b="1" dirty="0"/>
              </a:p>
              <a:p>
                <a:pPr algn="just">
                  <a:lnSpc>
                    <a:spcPct val="150000"/>
                  </a:lnSpc>
                  <a:spcBef>
                    <a:spcPts val="1000"/>
                  </a:spcBef>
                  <a:spcAft>
                    <a:spcPts val="600"/>
                  </a:spcAft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Examples</a:t>
                </a:r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just">
                  <a:lnSpc>
                    <a:spcPct val="150000"/>
                  </a:lnSpc>
                  <a:spcBef>
                    <a:spcPts val="1000"/>
                  </a:spcBef>
                  <a:spcAft>
                    <a:spcPts val="600"/>
                  </a:spcAft>
                  <a:buSzPts val="2000"/>
                </a:pPr>
                <a:r>
                  <a:rPr lang="en-US" altLang="zh-CN" dirty="0">
                    <a:solidFill>
                      <a:srgbClr val="27333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Speech Recognition</a:t>
                </a:r>
                <a:endParaRPr lang="en-US" altLang="zh-CN" dirty="0">
                  <a:solidFill>
                    <a:srgbClr val="27333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just">
                  <a:lnSpc>
                    <a:spcPct val="150000"/>
                  </a:lnSpc>
                  <a:spcBef>
                    <a:spcPts val="1000"/>
                  </a:spcBef>
                  <a:spcAft>
                    <a:spcPts val="600"/>
                  </a:spcAft>
                  <a:buSzPts val="2000"/>
                </a:pPr>
                <a:endParaRPr lang="zh-CN" altLang="zh-CN" sz="1400" dirty="0">
                  <a:latin typeface="Arial" panose="020B0604020202020204" pitchFamily="34" charset="0"/>
                </a:endParaRPr>
              </a:p>
              <a:p>
                <a:pPr lvl="1" algn="just">
                  <a:lnSpc>
                    <a:spcPct val="150000"/>
                  </a:lnSpc>
                  <a:spcBef>
                    <a:spcPts val="1000"/>
                  </a:spcBef>
                  <a:spcAft>
                    <a:spcPts val="600"/>
                  </a:spcAft>
                </a:pPr>
                <a:r>
                  <a:rPr lang="en-US" altLang="zh-CN" dirty="0">
                    <a:solidFill>
                      <a:srgbClr val="27333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Image Classification</a:t>
                </a:r>
                <a:endParaRPr lang="en-US" altLang="zh-CN" dirty="0">
                  <a:solidFill>
                    <a:srgbClr val="27333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just">
                  <a:lnSpc>
                    <a:spcPct val="150000"/>
                  </a:lnSpc>
                  <a:spcBef>
                    <a:spcPts val="1000"/>
                  </a:spcBef>
                  <a:spcAft>
                    <a:spcPts val="600"/>
                  </a:spcAft>
                </a:pPr>
                <a:endParaRPr lang="zh-CN" altLang="zh-CN" sz="1400" dirty="0">
                  <a:latin typeface="Arial" panose="020B0604020202020204" pitchFamily="34" charset="0"/>
                </a:endParaRPr>
              </a:p>
              <a:p>
                <a:pPr lvl="1" algn="just">
                  <a:lnSpc>
                    <a:spcPct val="150000"/>
                  </a:lnSpc>
                  <a:spcBef>
                    <a:spcPts val="1000"/>
                  </a:spcBef>
                  <a:spcAft>
                    <a:spcPts val="600"/>
                  </a:spcAft>
                </a:pPr>
                <a:r>
                  <a:rPr lang="en-AU" altLang="zh-CN" dirty="0">
                    <a:solidFill>
                      <a:srgbClr val="27333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Go Game</a:t>
                </a:r>
                <a:endParaRPr lang="zh-CN" altLang="zh-CN" dirty="0">
                  <a:latin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  <a:spcBef>
                    <a:spcPts val="1000"/>
                  </a:spcBef>
                  <a:spcAft>
                    <a:spcPts val="600"/>
                  </a:spcAft>
                </a:pPr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88" y="868101"/>
                <a:ext cx="11043875" cy="5659050"/>
              </a:xfrm>
              <a:prstGeom prst="rect">
                <a:avLst/>
              </a:prstGeom>
              <a:blipFill rotWithShape="1">
                <a:blip r:embed="rId1"/>
                <a:stretch>
                  <a:fillRect l="-3" t="-1" r="2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163" y="3429000"/>
            <a:ext cx="4210050" cy="488638"/>
          </a:xfrm>
          <a:prstGeom prst="rect">
            <a:avLst/>
          </a:prstGeom>
        </p:spPr>
      </p:pic>
      <p:pic>
        <p:nvPicPr>
          <p:cNvPr id="6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9163" y="4655587"/>
            <a:ext cx="3505200" cy="693923"/>
          </a:xfrm>
          <a:prstGeom prst="rect">
            <a:avLst/>
          </a:prstGeom>
        </p:spPr>
      </p:pic>
      <p:pic>
        <p:nvPicPr>
          <p:cNvPr id="8" name="图片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9163" y="5799799"/>
            <a:ext cx="5010150" cy="7543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7188" y="355600"/>
            <a:ext cx="254000" cy="254000"/>
          </a:xfrm>
          <a:prstGeom prst="rect">
            <a:avLst/>
          </a:prstGeom>
          <a:solidFill>
            <a:srgbClr val="005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文本框 4"/>
          <p:cNvSpPr txBox="1">
            <a:spLocks noChangeArrowheads="1"/>
          </p:cNvSpPr>
          <p:nvPr/>
        </p:nvSpPr>
        <p:spPr bwMode="auto">
          <a:xfrm>
            <a:off x="685800" y="282575"/>
            <a:ext cx="50101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AU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Evolvement of Machine Learning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1"/>
              <p:cNvSpPr txBox="1"/>
              <p:nvPr/>
            </p:nvSpPr>
            <p:spPr>
              <a:xfrm>
                <a:off x="4567237" y="1039625"/>
                <a:ext cx="3057525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CN" sz="40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4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40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40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sub>
                      </m:sSub>
                      <m:r>
                        <a:rPr lang="en-US" altLang="zh-CN" sz="4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4000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altLang="zh-CN" sz="4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4000" b="1" dirty="0"/>
              </a:p>
            </p:txBody>
          </p:sp>
        </mc:Choice>
        <mc:Fallback>
          <p:sp>
            <p:nvSpPr>
              <p:cNvPr id="7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7237" y="1039625"/>
                <a:ext cx="3057525" cy="615553"/>
              </a:xfrm>
              <a:prstGeom prst="rect">
                <a:avLst/>
              </a:prstGeom>
              <a:blipFill rotWithShape="1">
                <a:blip r:embed="rId1"/>
                <a:stretch>
                  <a:fillRect l="-10" t="-21" r="10" b="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ontent Placeholder 9"/>
          <p:cNvSpPr txBox="1"/>
          <p:nvPr/>
        </p:nvSpPr>
        <p:spPr>
          <a:xfrm>
            <a:off x="838200" y="2400300"/>
            <a:ext cx="10515600" cy="377666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eaLnBrk="1" hangingPunct="1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-&gt; normalization, feature engineering, dimensionality reduction, matrix decomposition (PCA), kernel function, manifold learning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-&gt; polynomial regression/classification, SVM, decision trees, random forest, GBDT,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Neural network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-&gt; discrete/continuous values, structural learning (policy), generative learning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-&gt; machine learning, statistical learning, self-supervised learning, reinforcement learning, generative learning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None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7188" y="355600"/>
            <a:ext cx="254000" cy="254000"/>
          </a:xfrm>
          <a:prstGeom prst="rect">
            <a:avLst/>
          </a:prstGeom>
          <a:solidFill>
            <a:srgbClr val="005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文本框 4"/>
          <p:cNvSpPr txBox="1">
            <a:spLocks noChangeArrowheads="1"/>
          </p:cNvSpPr>
          <p:nvPr/>
        </p:nvSpPr>
        <p:spPr bwMode="auto">
          <a:xfrm>
            <a:off x="685799" y="282575"/>
            <a:ext cx="653680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AU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Complexity of Machine Learning Questions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1"/>
              <p:cNvSpPr txBox="1"/>
              <p:nvPr/>
            </p:nvSpPr>
            <p:spPr>
              <a:xfrm>
                <a:off x="4567237" y="1051200"/>
                <a:ext cx="3057525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CN" sz="40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4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40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40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sub>
                      </m:sSub>
                      <m:r>
                        <a:rPr lang="en-US" altLang="zh-CN" sz="4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4000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altLang="zh-CN" sz="4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4000" b="1" dirty="0"/>
              </a:p>
            </p:txBody>
          </p:sp>
        </mc:Choice>
        <mc:Fallback>
          <p:sp>
            <p:nvSpPr>
              <p:cNvPr id="7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7237" y="1051200"/>
                <a:ext cx="3057525" cy="615553"/>
              </a:xfrm>
              <a:prstGeom prst="rect">
                <a:avLst/>
              </a:prstGeom>
              <a:blipFill rotWithShape="1">
                <a:blip r:embed="rId1"/>
                <a:stretch>
                  <a:fillRect l="-10" t="-45" r="10" b="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12080" y="2028034"/>
          <a:ext cx="8744031" cy="3687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3049"/>
                <a:gridCol w="4916825"/>
                <a:gridCol w="1574157"/>
              </a:tblGrid>
              <a:tr h="61466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 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Machine Learning Questions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Complexity</a:t>
                      </a:r>
                      <a:endParaRPr lang="en-US" dirty="0"/>
                    </a:p>
                  </a:txBody>
                  <a:tcPr anchor="ctr"/>
                </a:tc>
              </a:tr>
              <a:tr h="61466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Y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Unsupervised Learning / Clustering</a:t>
                      </a:r>
                      <a:endParaRPr lang="en-US" dirty="0"/>
                    </a:p>
                  </a:txBody>
                  <a:tcPr anchor="ctr"/>
                </a:tc>
                <a:tc rowSpan="5"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</a:tr>
              <a:tr h="6146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Numerical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Regression</a:t>
                      </a:r>
                      <a:endParaRPr lang="en-US" dirty="0"/>
                    </a:p>
                  </a:txBody>
                  <a:tcPr anchor="ctr"/>
                </a:tc>
                <a:tc vMerge="1">
                  <a:tcPr anchor="ctr"/>
                </a:tc>
              </a:tr>
              <a:tr h="6146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Categorical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Classification </a:t>
                      </a:r>
                      <a:endParaRPr lang="en-US" dirty="0"/>
                    </a:p>
                  </a:txBody>
                  <a:tcPr anchor="ctr"/>
                </a:tc>
                <a:tc vMerge="1">
                  <a:tcPr anchor="ctr"/>
                </a:tc>
              </a:tr>
              <a:tr h="6146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Structure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Reinforcement Learning</a:t>
                      </a:r>
                      <a:endParaRPr lang="en-US" dirty="0"/>
                    </a:p>
                  </a:txBody>
                  <a:tcPr anchor="ctr"/>
                </a:tc>
                <a:tc vMerge="1">
                  <a:tcPr anchor="ctr"/>
                </a:tc>
              </a:tr>
              <a:tr h="6146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Arbitrary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Hybrid Learning approaches</a:t>
                      </a:r>
                      <a:endParaRPr lang="en-US" dirty="0"/>
                    </a:p>
                  </a:txBody>
                  <a:tcPr anchor="ctr"/>
                </a:tc>
                <a:tc vMerge="1">
                  <a:tcPr anchor="ctr"/>
                </a:tc>
              </a:tr>
            </a:tbl>
          </a:graphicData>
        </a:graphic>
      </p:graphicFrame>
      <p:sp>
        <p:nvSpPr>
          <p:cNvPr id="5" name="Right Arrow 4"/>
          <p:cNvSpPr/>
          <p:nvPr/>
        </p:nvSpPr>
        <p:spPr>
          <a:xfrm rot="5400000">
            <a:off x="8727355" y="3873636"/>
            <a:ext cx="2266330" cy="509286"/>
          </a:xfrm>
          <a:prstGeom prst="rightArrow">
            <a:avLst>
              <a:gd name="adj1" fmla="val 50000"/>
              <a:gd name="adj2" fmla="val 61364"/>
            </a:avLst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9605877" y="2625782"/>
            <a:ext cx="568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Low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9551965" y="5268730"/>
            <a:ext cx="61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High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7188" y="355600"/>
            <a:ext cx="254000" cy="254000"/>
          </a:xfrm>
          <a:prstGeom prst="rect">
            <a:avLst/>
          </a:prstGeom>
          <a:solidFill>
            <a:srgbClr val="005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文本框 4"/>
          <p:cNvSpPr txBox="1">
            <a:spLocks noChangeArrowheads="1"/>
          </p:cNvSpPr>
          <p:nvPr/>
        </p:nvSpPr>
        <p:spPr bwMode="auto">
          <a:xfrm>
            <a:off x="685799" y="282575"/>
            <a:ext cx="653680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AU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So many machine learning models!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88" y="1620456"/>
            <a:ext cx="6214767" cy="3831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Left Brace 8"/>
          <p:cNvSpPr/>
          <p:nvPr/>
        </p:nvSpPr>
        <p:spPr>
          <a:xfrm>
            <a:off x="7222602" y="1594413"/>
            <a:ext cx="451413" cy="3669174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7824485" y="1409747"/>
            <a:ext cx="3067291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Tree-based Models</a:t>
            </a:r>
            <a:endParaRPr lang="en-US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XGBoost</a:t>
            </a:r>
            <a:r>
              <a:rPr lang="en-US" dirty="0"/>
              <a:t> 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LightGBM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CatBoost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824485" y="5032754"/>
            <a:ext cx="29746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Kernel-based Models</a:t>
            </a:r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Neural Network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7188" y="355600"/>
            <a:ext cx="254000" cy="254000"/>
          </a:xfrm>
          <a:prstGeom prst="rect">
            <a:avLst/>
          </a:prstGeom>
          <a:solidFill>
            <a:srgbClr val="005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文本框 4"/>
          <p:cNvSpPr txBox="1">
            <a:spLocks noChangeArrowheads="1"/>
          </p:cNvSpPr>
          <p:nvPr/>
        </p:nvSpPr>
        <p:spPr bwMode="auto">
          <a:xfrm>
            <a:off x="685799" y="282575"/>
            <a:ext cx="653680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AU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Why Neural Networks?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内容占位符 5"/>
          <p:cNvSpPr txBox="1"/>
          <p:nvPr/>
        </p:nvSpPr>
        <p:spPr>
          <a:xfrm>
            <a:off x="838200" y="1643174"/>
            <a:ext cx="5181600" cy="4351338"/>
          </a:xfrm>
          <a:prstGeom prst="rect">
            <a:avLst/>
          </a:prstGeom>
        </p:spPr>
        <p:txBody>
          <a:bodyPr/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zh-CN"/>
              <a:t>Capacity</a:t>
            </a:r>
            <a:endParaRPr lang="zh-CN" altLang="en-US" dirty="0"/>
          </a:p>
        </p:txBody>
      </p:sp>
      <p:sp>
        <p:nvSpPr>
          <p:cNvPr id="5" name="内容占位符 6"/>
          <p:cNvSpPr txBox="1"/>
          <p:nvPr/>
        </p:nvSpPr>
        <p:spPr>
          <a:xfrm>
            <a:off x="6172200" y="1643174"/>
            <a:ext cx="5181600" cy="4351338"/>
          </a:xfrm>
          <a:prstGeom prst="rect">
            <a:avLst/>
          </a:prstGeom>
        </p:spPr>
        <p:txBody>
          <a:bodyPr/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zh-CN" dirty="0"/>
              <a:t>No Feature Engineering</a:t>
            </a:r>
            <a:endParaRPr lang="zh-CN" altLang="en-US" dirty="0"/>
          </a:p>
        </p:txBody>
      </p:sp>
      <p:pic>
        <p:nvPicPr>
          <p:cNvPr id="6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5378" y="2552493"/>
            <a:ext cx="5334000" cy="3004643"/>
          </a:xfrm>
          <a:prstGeom prst="rect">
            <a:avLst/>
          </a:prstGeom>
        </p:spPr>
      </p:pic>
      <p:pic>
        <p:nvPicPr>
          <p:cNvPr id="7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52493"/>
            <a:ext cx="5045788" cy="297593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7188" y="355600"/>
            <a:ext cx="254000" cy="254000"/>
          </a:xfrm>
          <a:prstGeom prst="rect">
            <a:avLst/>
          </a:prstGeom>
          <a:solidFill>
            <a:srgbClr val="005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文本框 4"/>
          <p:cNvSpPr txBox="1">
            <a:spLocks noChangeArrowheads="1"/>
          </p:cNvSpPr>
          <p:nvPr/>
        </p:nvSpPr>
        <p:spPr bwMode="auto">
          <a:xfrm>
            <a:off x="685799" y="282575"/>
            <a:ext cx="653680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AU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History of Neural Network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4188" y="868101"/>
            <a:ext cx="11043875" cy="5444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1960s: Perceptron (single layer neural network);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1969: Perceptron has limitation; (a failure)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1980s: Multi-layer Perceptron;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1986: Back-propagation;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Usually more than 3 hidden layers is not helpful;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1989: one hidden layer is “good enough”, why deep?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2006: RBM initialization (breakthrough);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2009: GPU;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2011: Start to be popular in speech recognition;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2012: win ILSVRC competition (image);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2017: All you need is attention;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2020: LLM – GPT 3.5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ight Brace 8"/>
          <p:cNvSpPr/>
          <p:nvPr/>
        </p:nvSpPr>
        <p:spPr>
          <a:xfrm>
            <a:off x="7516272" y="1080667"/>
            <a:ext cx="346364" cy="127214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8104910" y="1393572"/>
            <a:ext cx="18565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 algorithm to optimize</a:t>
            </a:r>
            <a:endParaRPr lang="en-US" dirty="0"/>
          </a:p>
        </p:txBody>
      </p:sp>
      <p:sp>
        <p:nvSpPr>
          <p:cNvPr id="11" name="Right Brace 10"/>
          <p:cNvSpPr/>
          <p:nvPr/>
        </p:nvSpPr>
        <p:spPr>
          <a:xfrm>
            <a:off x="7516272" y="2576946"/>
            <a:ext cx="346364" cy="120032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104910" y="2576946"/>
            <a:ext cx="18565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Insufficient data and  Computational Resources</a:t>
            </a:r>
            <a:endParaRPr lang="en-US" dirty="0"/>
          </a:p>
        </p:txBody>
      </p:sp>
      <p:sp>
        <p:nvSpPr>
          <p:cNvPr id="13" name="Right Brace 12"/>
          <p:cNvSpPr/>
          <p:nvPr/>
        </p:nvSpPr>
        <p:spPr>
          <a:xfrm>
            <a:off x="7516272" y="3962691"/>
            <a:ext cx="346364" cy="108036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104909" y="3902708"/>
            <a:ext cx="18565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All kinds of network are proposed, LSTM, CNN, RNN, GRU </a:t>
            </a:r>
            <a:endParaRPr lang="en-US" dirty="0"/>
          </a:p>
        </p:txBody>
      </p:sp>
      <p:sp>
        <p:nvSpPr>
          <p:cNvPr id="15" name="Right Brace 14"/>
          <p:cNvSpPr/>
          <p:nvPr/>
        </p:nvSpPr>
        <p:spPr>
          <a:xfrm>
            <a:off x="7516272" y="5166791"/>
            <a:ext cx="346364" cy="82310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8104908" y="5393678"/>
            <a:ext cx="1856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Transformer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7188" y="355600"/>
            <a:ext cx="254000" cy="254000"/>
          </a:xfrm>
          <a:prstGeom prst="rect">
            <a:avLst/>
          </a:prstGeom>
          <a:solidFill>
            <a:srgbClr val="005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文本框 4"/>
          <p:cNvSpPr txBox="1">
            <a:spLocks noChangeArrowheads="1"/>
          </p:cNvSpPr>
          <p:nvPr/>
        </p:nvSpPr>
        <p:spPr bwMode="auto">
          <a:xfrm>
            <a:off x="685799" y="282575"/>
            <a:ext cx="653680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AU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Transformer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88" y="988631"/>
            <a:ext cx="3828045" cy="5391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9495" y="1659963"/>
          <a:ext cx="5477397" cy="319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3327"/>
                <a:gridCol w="3394070"/>
              </a:tblGrid>
              <a:tr h="704212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Parameters of A classic 8 heads, 6 layers and 512 hidden neuros Transformer</a:t>
                      </a:r>
                      <a:endParaRPr lang="en-US" dirty="0"/>
                    </a:p>
                  </a:txBody>
                  <a:tcPr anchor="ctr"/>
                </a:tc>
                <a:tc hMerge="1">
                  <a:tcPr/>
                </a:tc>
              </a:tr>
              <a:tr h="44660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Embedding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19M </a:t>
                      </a:r>
                      <a:endParaRPr lang="en-US" dirty="0"/>
                    </a:p>
                  </a:txBody>
                  <a:tcPr anchor="ctr"/>
                </a:tc>
              </a:tr>
              <a:tr h="44660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Attention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 layers * 1.05M = 6.3M</a:t>
                      </a:r>
                      <a:endParaRPr lang="en-US" dirty="0"/>
                    </a:p>
                  </a:txBody>
                  <a:tcPr anchor="ctr"/>
                </a:tc>
              </a:tr>
              <a:tr h="44660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Feedforward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 layers * 2.1M = 12.6M</a:t>
                      </a:r>
                      <a:endParaRPr lang="en-US" dirty="0"/>
                    </a:p>
                  </a:txBody>
                  <a:tcPr anchor="ctr"/>
                </a:tc>
              </a:tr>
              <a:tr h="704212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LayerNorm</a:t>
                      </a:r>
                      <a:r>
                        <a:rPr lang="en-US" dirty="0"/>
                        <a:t> and Biases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 layers * 50K = 0.3 M</a:t>
                      </a:r>
                      <a:endParaRPr lang="en-US" dirty="0"/>
                    </a:p>
                  </a:txBody>
                  <a:tcPr anchor="ctr"/>
                </a:tc>
              </a:tr>
              <a:tr h="44660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38M</a:t>
                      </a:r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19495" y="5255833"/>
            <a:ext cx="547739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AU" dirty="0"/>
              <a:t>GPT-3 (175B parameters) has 96 layers, 96 attention heads, and a hidden size of 12,288. </a:t>
            </a:r>
            <a:endParaRPr lang="en-AU" dirty="0"/>
          </a:p>
          <a:p>
            <a:pPr algn="l"/>
            <a:endParaRPr lang="en-A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7188" y="355600"/>
            <a:ext cx="254000" cy="254000"/>
          </a:xfrm>
          <a:prstGeom prst="rect">
            <a:avLst/>
          </a:prstGeom>
          <a:solidFill>
            <a:srgbClr val="005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文本框 4"/>
          <p:cNvSpPr txBox="1">
            <a:spLocks noChangeArrowheads="1"/>
          </p:cNvSpPr>
          <p:nvPr/>
        </p:nvSpPr>
        <p:spPr bwMode="auto">
          <a:xfrm>
            <a:off x="685799" y="282575"/>
            <a:ext cx="653680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AU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How to train a ChatGPT?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图示 3"/>
          <p:cNvGraphicFramePr/>
          <p:nvPr/>
        </p:nvGraphicFramePr>
        <p:xfrm>
          <a:off x="357188" y="1272996"/>
          <a:ext cx="2291743" cy="51232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3151" y="1272996"/>
            <a:ext cx="8756666" cy="5123239"/>
          </a:xfrm>
          <a:prstGeom prst="rect">
            <a:avLst/>
          </a:prstGeom>
          <a:noFill/>
          <a:ln w="1905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7188" y="355600"/>
            <a:ext cx="254000" cy="254000"/>
          </a:xfrm>
          <a:prstGeom prst="rect">
            <a:avLst/>
          </a:prstGeom>
          <a:solidFill>
            <a:srgbClr val="005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文本框 4"/>
          <p:cNvSpPr txBox="1">
            <a:spLocks noChangeArrowheads="1"/>
          </p:cNvSpPr>
          <p:nvPr/>
        </p:nvSpPr>
        <p:spPr bwMode="auto">
          <a:xfrm>
            <a:off x="685799" y="282575"/>
            <a:ext cx="653680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AU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Training Cost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03736" y="1510584"/>
          <a:ext cx="8616708" cy="3575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2236"/>
                <a:gridCol w="2872236"/>
                <a:gridCol w="2872236"/>
              </a:tblGrid>
              <a:tr h="7151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Feature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GPT-3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GPT-4</a:t>
                      </a:r>
                      <a:endParaRPr lang="en-US" dirty="0"/>
                    </a:p>
                  </a:txBody>
                  <a:tcPr anchor="ctr"/>
                </a:tc>
              </a:tr>
              <a:tr h="715141">
                <a:tc>
                  <a:txBody>
                    <a:bodyPr/>
                    <a:lstStyle/>
                    <a:p>
                      <a:pPr algn="ctr"/>
                      <a:r>
                        <a:rPr lang="en-AU"/>
                        <a:t>Parameters</a:t>
                      </a:r>
                      <a:endParaRPr lang="en-A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175 billion</a:t>
                      </a:r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Around 1.7-1.8 billion</a:t>
                      </a:r>
                      <a:endParaRPr lang="en-AU" dirty="0"/>
                    </a:p>
                  </a:txBody>
                  <a:tcPr anchor="ctr"/>
                </a:tc>
              </a:tr>
              <a:tr h="7151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GPU Memory (Inference)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350GB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 TB</a:t>
                      </a:r>
                      <a:endParaRPr lang="en-US" dirty="0"/>
                    </a:p>
                  </a:txBody>
                  <a:tcPr anchor="ctr"/>
                </a:tc>
              </a:tr>
              <a:tr h="7151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Training Time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34 days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90-100 days</a:t>
                      </a:r>
                      <a:endParaRPr lang="en-US" dirty="0"/>
                    </a:p>
                  </a:txBody>
                  <a:tcPr anchor="ctr"/>
                </a:tc>
              </a:tr>
              <a:tr h="7151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Training Cost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$4.6M USD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Around $80M USD</a:t>
                      </a:r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7188" y="355600"/>
            <a:ext cx="254000" cy="254000"/>
          </a:xfrm>
          <a:prstGeom prst="rect">
            <a:avLst/>
          </a:prstGeom>
          <a:solidFill>
            <a:srgbClr val="005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文本框 4"/>
          <p:cNvSpPr txBox="1">
            <a:spLocks noChangeArrowheads="1"/>
          </p:cNvSpPr>
          <p:nvPr/>
        </p:nvSpPr>
        <p:spPr bwMode="auto">
          <a:xfrm>
            <a:off x="685799" y="282575"/>
            <a:ext cx="653680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AU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What’s happening and what will happen soon …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4188" y="868101"/>
            <a:ext cx="11043875" cy="390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“App + AI” to “AI + App”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Agentic AI: Autonomous Systems on the Rise</a:t>
            </a:r>
            <a:endParaRPr lang="en-A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Security and Compliance Concerns </a:t>
            </a:r>
            <a:endParaRPr lang="en-A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Media, AI-Driven Automation in Advertising - Companies like Meta are leveraging AI to fully automate advertising processes. </a:t>
            </a:r>
            <a:endParaRPr lang="en-A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of AI in Consumer Devices </a:t>
            </a:r>
            <a:endParaRPr lang="en-A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Passive to Active </a:t>
            </a:r>
            <a:endParaRPr lang="en-A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84188" y="5329989"/>
            <a:ext cx="11043875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The rise of Large Language Models (LLMs) has enabled numerous individuals and small companies such as Cursor, Windsurf, Perplexity and so on to achieve significant success. </a:t>
            </a:r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26.66420593261716,&quot;left&quot;:70.878173828125,&quot;top&quot;:164.25,&quot;width&quot;:818.2591490065206}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1964_2*l_h_i*1_1_1"/>
  <p:tag name="KSO_WM_TEMPLATE_CATEGORY" val="diagram"/>
  <p:tag name="KSO_WM_TEMPLATE_INDEX" val="20231964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26.66420593261716,&quot;left&quot;:70.878173828125,&quot;top&quot;:164.25,&quot;width&quot;:818.259149006520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01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964_2*l_h_i*1_2_2"/>
  <p:tag name="KSO_WM_TEMPLATE_CATEGORY" val="diagram"/>
  <p:tag name="KSO_WM_TEMPLATE_INDEX" val="20231964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26.66420593261716,&quot;left&quot;:70.878173828125,&quot;top&quot;:164.25,&quot;width&quot;:818.2591490065206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5,6,5,6,5,6]}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1964_2*l_h_i*1_3_2"/>
  <p:tag name="KSO_WM_TEMPLATE_CATEGORY" val="diagram"/>
  <p:tag name="KSO_WM_TEMPLATE_INDEX" val="20231964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26.66420593261716,&quot;left&quot;:70.878173828125,&quot;top&quot;:164.25,&quot;width&quot;:818.2591490065206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5,6,5,6,5,6]}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1964_2*l_h_i*1_2_1"/>
  <p:tag name="KSO_WM_TEMPLATE_CATEGORY" val="diagram"/>
  <p:tag name="KSO_WM_TEMPLATE_INDEX" val="20231964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26.66420593261716,&quot;left&quot;:70.878173828125,&quot;top&quot;:164.25,&quot;width&quot;:818.2591490065206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02"/>
  <p:tag name="KSO_WM_UNIT_FILL_TYPE" val="1"/>
  <p:tag name="KSO_WM_UNIT_FILL_FORE_SCHEMECOLOR_INDEX" val="6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1964_2*l_h_i*1_3_1"/>
  <p:tag name="KSO_WM_TEMPLATE_CATEGORY" val="diagram"/>
  <p:tag name="KSO_WM_TEMPLATE_INDEX" val="20231964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26.66420593261716,&quot;left&quot;:70.878173828125,&quot;top&quot;:164.25,&quot;width&quot;:818.259149006520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03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964_2*l_h_a*1_1_1"/>
  <p:tag name="KSO_WM_TEMPLATE_CATEGORY" val="diagram"/>
  <p:tag name="KSO_WM_TEMPLATE_INDEX" val="20231964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26.66420593261716,&quot;left&quot;:70.878173828125,&quot;top&quot;:164.25,&quot;width&quot;:818.25914900652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0"/>
  <p:tag name="KSO_WM_UNIT_TEXT_TYPE" val="1"/>
  <p:tag name="KSO_WM_UNIT_PRESET_TEXT" val="此处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964_2*l_h_a*1_2_1"/>
  <p:tag name="KSO_WM_TEMPLATE_CATEGORY" val="diagram"/>
  <p:tag name="KSO_WM_TEMPLATE_INDEX" val="20231964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26.66420593261716,&quot;left&quot;:70.878173828125,&quot;top&quot;:164.25,&quot;width&quot;:818.25914900652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此处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1964_2*l_h_a*1_3_1"/>
  <p:tag name="KSO_WM_TEMPLATE_CATEGORY" val="diagram"/>
  <p:tag name="KSO_WM_TEMPLATE_INDEX" val="20231964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26.66420593261716,&quot;left&quot;:70.878173828125,&quot;top&quot;:164.25,&quot;width&quot;:818.25914900652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此处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062_3*o_h_i*1_3_5"/>
  <p:tag name="KSO_WM_TEMPLATE_CATEGORY" val="diagram"/>
  <p:tag name="KSO_WM_TEMPLATE_INDEX" val="202310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TYPE" val="o_h_i"/>
  <p:tag name="KSO_WM_UNIT_INDEX" val="1_3_5"/>
  <p:tag name="KSO_WM_DIAGRAM_MAX_ITEMCNT" val="4"/>
  <p:tag name="KSO_WM_DIAGRAM_MIN_ITEMCNT" val="2"/>
  <p:tag name="KSO_WM_DIAGRAM_VIRTUALLY_FRAME" val="{&quot;height&quot;:401.5,&quot;left&quot;:134.5788188976378,&quot;top&quot;:111.10000000000002,&quot;width&quot;:722.410157480315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.649999976158142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5,6,5,6,5,6]}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062_3*o_h_i*1_2_5"/>
  <p:tag name="KSO_WM_TEMPLATE_CATEGORY" val="diagram"/>
  <p:tag name="KSO_WM_TEMPLATE_INDEX" val="202310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TYPE" val="o_h_i"/>
  <p:tag name="KSO_WM_UNIT_INDEX" val="1_2_5"/>
  <p:tag name="KSO_WM_DIAGRAM_MAX_ITEMCNT" val="4"/>
  <p:tag name="KSO_WM_DIAGRAM_MIN_ITEMCNT" val="2"/>
  <p:tag name="KSO_WM_DIAGRAM_VIRTUALLY_FRAME" val="{&quot;height&quot;:401.5,&quot;left&quot;:134.5788188976378,&quot;top&quot;:111.10000000000002,&quot;width&quot;:722.410157480315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.649999976158142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5,6,5,6,5,6]}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062_3*o_h_i*1_1_5"/>
  <p:tag name="KSO_WM_TEMPLATE_CATEGORY" val="diagram"/>
  <p:tag name="KSO_WM_TEMPLATE_INDEX" val="202310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TYPE" val="o_h_i"/>
  <p:tag name="KSO_WM_UNIT_INDEX" val="1_1_5"/>
  <p:tag name="KSO_WM_DIAGRAM_MAX_ITEMCNT" val="4"/>
  <p:tag name="KSO_WM_DIAGRAM_MIN_ITEMCNT" val="2"/>
  <p:tag name="KSO_WM_DIAGRAM_VIRTUALLY_FRAME" val="{&quot;height&quot;:401.5,&quot;left&quot;:134.5788188976378,&quot;top&quot;:111.10000000000002,&quot;width&quot;:722.410157480315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.649999976158142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5,6,5,6,5,6]}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062_3*o_h_i*1_1_2"/>
  <p:tag name="KSO_WM_TEMPLATE_CATEGORY" val="diagram"/>
  <p:tag name="KSO_WM_TEMPLATE_INDEX" val="202310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TYPE" val="o_h_i"/>
  <p:tag name="KSO_WM_UNIT_INDEX" val="1_1_2"/>
  <p:tag name="KSO_WM_DIAGRAM_MAX_ITEMCNT" val="4"/>
  <p:tag name="KSO_WM_DIAGRAM_MIN_ITEMCNT" val="2"/>
  <p:tag name="KSO_WM_DIAGRAM_VIRTUALLY_FRAME" val="{&quot;height&quot;:401.5,&quot;left&quot;:134.5788188976378,&quot;top&quot;:111.10000000000002,&quot;width&quot;:722.410157480315}"/>
  <p:tag name="KSO_WM_DIAGRAM_COLOR_MATCH_VALUE" val="{&quot;shape&quot;:{&quot;fill&quot;:{&quot;solid&quot;:{&quot;brightness&quot;:0,&quot;colorType&quot;:1,&quot;foreColorIndex&quot;:5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062_3*o_h_i*1_1_1"/>
  <p:tag name="KSO_WM_TEMPLATE_CATEGORY" val="diagram"/>
  <p:tag name="KSO_WM_TEMPLATE_INDEX" val="202310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TYPE" val="o_h_i"/>
  <p:tag name="KSO_WM_UNIT_INDEX" val="1_1_1"/>
  <p:tag name="KSO_WM_DIAGRAM_MAX_ITEMCNT" val="4"/>
  <p:tag name="KSO_WM_DIAGRAM_MIN_ITEMCNT" val="2"/>
  <p:tag name="KSO_WM_DIAGRAM_VIRTUALLY_FRAME" val="{&quot;height&quot;:401.5,&quot;left&quot;:134.5788188976378,&quot;top&quot;:111.10000000000002,&quot;width&quot;:722.410157480315}"/>
  <p:tag name="KSO_WM_DIAGRAM_COLOR_MATCH_VALUE" val="{&quot;shape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4"/>
  <p:tag name="KSO_WM_DIAGRAM_USE_COLOR_VALUE" val="{&quot;color_scheme&quot;:1,&quot;color_type&quot;:1,&quot;theme_color_indexes&quot;:[5,6,5,6,5,6]}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062_3*o_h_i*1_2_2"/>
  <p:tag name="KSO_WM_TEMPLATE_CATEGORY" val="diagram"/>
  <p:tag name="KSO_WM_TEMPLATE_INDEX" val="202310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TYPE" val="o_h_i"/>
  <p:tag name="KSO_WM_UNIT_INDEX" val="1_2_2"/>
  <p:tag name="KSO_WM_DIAGRAM_MAX_ITEMCNT" val="4"/>
  <p:tag name="KSO_WM_DIAGRAM_MIN_ITEMCNT" val="2"/>
  <p:tag name="KSO_WM_DIAGRAM_VIRTUALLY_FRAME" val="{&quot;height&quot;:401.5,&quot;left&quot;:134.5788188976378,&quot;top&quot;:111.10000000000002,&quot;width&quot;:722.410157480315}"/>
  <p:tag name="KSO_WM_DIAGRAM_COLOR_MATCH_VALUE" val="{&quot;shape&quot;:{&quot;fill&quot;:{&quot;solid&quot;:{&quot;brightness&quot;:0,&quot;colorType&quot;:1,&quot;foreColorIndex&quot;:5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062_3*o_h_i*1_2_1"/>
  <p:tag name="KSO_WM_TEMPLATE_CATEGORY" val="diagram"/>
  <p:tag name="KSO_WM_TEMPLATE_INDEX" val="202310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TYPE" val="o_h_i"/>
  <p:tag name="KSO_WM_UNIT_INDEX" val="1_2_1"/>
  <p:tag name="KSO_WM_DIAGRAM_MAX_ITEMCNT" val="4"/>
  <p:tag name="KSO_WM_DIAGRAM_MIN_ITEMCNT" val="2"/>
  <p:tag name="KSO_WM_DIAGRAM_VIRTUALLY_FRAME" val="{&quot;height&quot;:401.5,&quot;left&quot;:134.5788188976378,&quot;top&quot;:111.10000000000002,&quot;width&quot;:722.410157480315}"/>
  <p:tag name="KSO_WM_DIAGRAM_COLOR_MATCH_VALUE" val="{&quot;shape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4"/>
  <p:tag name="KSO_WM_DIAGRAM_USE_COLOR_VALUE" val="{&quot;color_scheme&quot;:1,&quot;color_type&quot;:1,&quot;theme_color_indexes&quot;:[5,6,5,6,5,6]}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062_3*o_h_i*1_3_2"/>
  <p:tag name="KSO_WM_TEMPLATE_CATEGORY" val="diagram"/>
  <p:tag name="KSO_WM_TEMPLATE_INDEX" val="202310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TYPE" val="o_h_i"/>
  <p:tag name="KSO_WM_UNIT_INDEX" val="1_3_2"/>
  <p:tag name="KSO_WM_DIAGRAM_MAX_ITEMCNT" val="4"/>
  <p:tag name="KSO_WM_DIAGRAM_MIN_ITEMCNT" val="2"/>
  <p:tag name="KSO_WM_DIAGRAM_VIRTUALLY_FRAME" val="{&quot;height&quot;:401.5,&quot;left&quot;:134.5788188976378,&quot;top&quot;:111.10000000000002,&quot;width&quot;:722.410157480315}"/>
  <p:tag name="KSO_WM_DIAGRAM_COLOR_MATCH_VALUE" val="{&quot;shape&quot;:{&quot;fill&quot;:{&quot;solid&quot;:{&quot;brightness&quot;:0,&quot;colorType&quot;:1,&quot;foreColorIndex&quot;:5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062_3*o_h_i*1_3_1"/>
  <p:tag name="KSO_WM_TEMPLATE_CATEGORY" val="diagram"/>
  <p:tag name="KSO_WM_TEMPLATE_INDEX" val="202310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TYPE" val="o_h_i"/>
  <p:tag name="KSO_WM_UNIT_INDEX" val="1_3_1"/>
  <p:tag name="KSO_WM_DIAGRAM_MAX_ITEMCNT" val="4"/>
  <p:tag name="KSO_WM_DIAGRAM_MIN_ITEMCNT" val="2"/>
  <p:tag name="KSO_WM_DIAGRAM_VIRTUALLY_FRAME" val="{&quot;height&quot;:401.5,&quot;left&quot;:134.5788188976378,&quot;top&quot;:111.10000000000002,&quot;width&quot;:722.410157480315}"/>
  <p:tag name="KSO_WM_DIAGRAM_COLOR_MATCH_VALUE" val="{&quot;shape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4"/>
  <p:tag name="KSO_WM_DIAGRAM_USE_COLOR_VALUE" val="{&quot;color_scheme&quot;:1,&quot;color_type&quot;:1,&quot;theme_color_indexes&quot;:[5,6,5,6,5,6]}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062_3*o_h_a*1_3_1"/>
  <p:tag name="KSO_WM_TEMPLATE_CATEGORY" val="diagram"/>
  <p:tag name="KSO_WM_TEMPLATE_INDEX" val="202310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TYPE" val="o_h_a"/>
  <p:tag name="KSO_WM_UNIT_INDEX" val="1_3_1"/>
  <p:tag name="KSO_WM_UNIT_ISCONTENTSTITLE" val="0"/>
  <p:tag name="KSO_WM_UNIT_ISNUMDGMTITLE" val="0"/>
  <p:tag name="KSO_WM_UNIT_NOCLEAR" val="0"/>
  <p:tag name="KSO_WM_UNIT_VALUE" val="36"/>
  <p:tag name="KSO_WM_DIAGRAM_MAX_ITEMCNT" val="4"/>
  <p:tag name="KSO_WM_DIAGRAM_MIN_ITEMCNT" val="2"/>
  <p:tag name="KSO_WM_DIAGRAM_VIRTUALLY_FRAME" val="{&quot;height&quot;:401.5,&quot;left&quot;:134.5788188976378,&quot;top&quot;:111.10000000000002,&quot;width&quot;:722.410157480315}"/>
  <p:tag name="KSO_WM_DIAGRAM_COLOR_MATCH_VALUE" val="{&quot;shape&quot;:{&quot;fill&quot;:{&quot;gradient&quot;:[{&quot;brightness&quot;:0,&quot;colorType&quot;:1,&quot;foreColorIndex&quot;:5,&quot;pos&quot;:1,&quot;transparency&quot;:0},{&quot;brightness&quot;:0.30000001192092896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UNIT_PRESET_TEXT" val="添加标题"/>
  <p:tag name="KSO_WM_UNIT_FILL_TYPE" val="3"/>
  <p:tag name="KSO_WM_DIAGRAM_USE_COLOR_VALUE" val="{&quot;color_scheme&quot;:1,&quot;color_type&quot;:1,&quot;theme_color_indexes&quot;:[5,6,5,6,5,6]}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062_3*o_h_i*1_1_6"/>
  <p:tag name="KSO_WM_TEMPLATE_CATEGORY" val="diagram"/>
  <p:tag name="KSO_WM_TEMPLATE_INDEX" val="202310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TYPE" val="o_h_i"/>
  <p:tag name="KSO_WM_UNIT_INDEX" val="1_1_6"/>
  <p:tag name="KSO_WM_DIAGRAM_MAX_ITEMCNT" val="4"/>
  <p:tag name="KSO_WM_DIAGRAM_MIN_ITEMCNT" val="2"/>
  <p:tag name="KSO_WM_DIAGRAM_VIRTUALLY_FRAME" val="{&quot;height&quot;:401.5,&quot;left&quot;:134.5788188976378,&quot;top&quot;:111.10000000000002,&quot;width&quot;:722.410157480315}"/>
  <p:tag name="KSO_WM_DIAGRAM_COLOR_MATCH_VALUE" val="{&quot;shape&quot;:{&quot;fill&quot;:{&quot;gradient&quot;:[{&quot;brightness&quot;:0,&quot;colorType&quot;:1,&quot;foreColorIndex&quot;:5,&quot;pos&quot;:1,&quot;transparency&quot;:0},{&quot;brightness&quot;:0.30000001192092896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062_3*o_h_a*1_1_1"/>
  <p:tag name="KSO_WM_TEMPLATE_CATEGORY" val="diagram"/>
  <p:tag name="KSO_WM_TEMPLATE_INDEX" val="202310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TYPE" val="o_h_a"/>
  <p:tag name="KSO_WM_UNIT_INDEX" val="1_1_1"/>
  <p:tag name="KSO_WM_UNIT_ISCONTENTSTITLE" val="0"/>
  <p:tag name="KSO_WM_UNIT_ISNUMDGMTITLE" val="0"/>
  <p:tag name="KSO_WM_UNIT_NOCLEAR" val="0"/>
  <p:tag name="KSO_WM_UNIT_VALUE" val="14"/>
  <p:tag name="KSO_WM_DIAGRAM_MAX_ITEMCNT" val="4"/>
  <p:tag name="KSO_WM_DIAGRAM_MIN_ITEMCNT" val="2"/>
  <p:tag name="KSO_WM_DIAGRAM_VIRTUALLY_FRAME" val="{&quot;height&quot;:401.5,&quot;left&quot;:134.5788188976378,&quot;top&quot;:111.10000000000002,&quot;width&quot;:722.410157480315}"/>
  <p:tag name="KSO_WM_DIAGRAM_COLOR_MATCH_VALUE" val="{&quot;shape&quot;:{&quot;fill&quot;:{&quot;gradient&quot;:[{&quot;brightness&quot;:0,&quot;colorType&quot;:1,&quot;foreColorIndex&quot;:5,&quot;pos&quot;:1,&quot;transparency&quot;:0},{&quot;brightness&quot;:0.30000001192092896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UNIT_PRESET_TEXT" val="添加标题"/>
  <p:tag name="KSO_WM_UNIT_FILL_TYPE" val="3"/>
  <p:tag name="KSO_WM_DIAGRAM_USE_COLOR_VALUE" val="{&quot;color_scheme&quot;:1,&quot;color_type&quot;:1,&quot;theme_color_indexes&quot;:[5,6,5,6,5,6]}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062_3*o_h_a*1_2_1"/>
  <p:tag name="KSO_WM_TEMPLATE_CATEGORY" val="diagram"/>
  <p:tag name="KSO_WM_TEMPLATE_INDEX" val="202310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TYPE" val="o_h_a"/>
  <p:tag name="KSO_WM_UNIT_INDEX" val="1_2_1"/>
  <p:tag name="KSO_WM_UNIT_ISCONTENTSTITLE" val="0"/>
  <p:tag name="KSO_WM_UNIT_ISNUMDGMTITLE" val="0"/>
  <p:tag name="KSO_WM_UNIT_NOCLEAR" val="0"/>
  <p:tag name="KSO_WM_UNIT_VALUE" val="26"/>
  <p:tag name="KSO_WM_DIAGRAM_MAX_ITEMCNT" val="4"/>
  <p:tag name="KSO_WM_DIAGRAM_MIN_ITEMCNT" val="2"/>
  <p:tag name="KSO_WM_DIAGRAM_VIRTUALLY_FRAME" val="{&quot;height&quot;:401.5,&quot;left&quot;:134.5788188976378,&quot;top&quot;:111.10000000000002,&quot;width&quot;:722.410157480315}"/>
  <p:tag name="KSO_WM_DIAGRAM_COLOR_MATCH_VALUE" val="{&quot;shape&quot;:{&quot;fill&quot;:{&quot;gradient&quot;:[{&quot;brightness&quot;:0,&quot;colorType&quot;:1,&quot;foreColorIndex&quot;:5,&quot;pos&quot;:1,&quot;transparency&quot;:0},{&quot;brightness&quot;:0.30000001192092896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UNIT_PRESET_TEXT" val="添加标题"/>
  <p:tag name="KSO_WM_UNIT_FILL_TYPE" val="3"/>
  <p:tag name="KSO_WM_DIAGRAM_USE_COLOR_VALUE" val="{&quot;color_scheme&quot;:1,&quot;color_type&quot;:1,&quot;theme_color_indexes&quot;:[5,6,5,6,5,6]}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062_3*o_h_i*1_1_4"/>
  <p:tag name="KSO_WM_TEMPLATE_CATEGORY" val="diagram"/>
  <p:tag name="KSO_WM_TEMPLATE_INDEX" val="202310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TYPE" val="o_h_i"/>
  <p:tag name="KSO_WM_UNIT_INDEX" val="1_1_4"/>
  <p:tag name="KSO_WM_DIAGRAM_MAX_ITEMCNT" val="4"/>
  <p:tag name="KSO_WM_DIAGRAM_MIN_ITEMCNT" val="2"/>
  <p:tag name="KSO_WM_DIAGRAM_VIRTUALLY_FRAME" val="{&quot;height&quot;:401.5,&quot;left&quot;:134.5788188976378,&quot;top&quot;:111.10000000000002,&quot;width&quot;:722.410157480315}"/>
  <p:tag name="KSO_WM_DIAGRAM_COLOR_MATCH_VALUE" val="{&quot;shape&quot;:{&quot;fill&quot;:{&quot;gradient&quot;:[{&quot;brightness&quot;:-0.25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062_3*o_h_i*1_2_4"/>
  <p:tag name="KSO_WM_TEMPLATE_CATEGORY" val="diagram"/>
  <p:tag name="KSO_WM_TEMPLATE_INDEX" val="202310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TYPE" val="o_h_i"/>
  <p:tag name="KSO_WM_UNIT_INDEX" val="1_2_4"/>
  <p:tag name="KSO_WM_DIAGRAM_MAX_ITEMCNT" val="4"/>
  <p:tag name="KSO_WM_DIAGRAM_MIN_ITEMCNT" val="2"/>
  <p:tag name="KSO_WM_DIAGRAM_VIRTUALLY_FRAME" val="{&quot;height&quot;:401.5,&quot;left&quot;:134.5788188976378,&quot;top&quot;:111.10000000000002,&quot;width&quot;:722.410157480315}"/>
  <p:tag name="KSO_WM_DIAGRAM_COLOR_MATCH_VALUE" val="{&quot;shape&quot;:{&quot;fill&quot;:{&quot;gradient&quot;:[{&quot;brightness&quot;:-0.25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062_3*o_h_i*1_3_4"/>
  <p:tag name="KSO_WM_TEMPLATE_CATEGORY" val="diagram"/>
  <p:tag name="KSO_WM_TEMPLATE_INDEX" val="202310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TYPE" val="o_h_i"/>
  <p:tag name="KSO_WM_UNIT_INDEX" val="1_3_4"/>
  <p:tag name="KSO_WM_DIAGRAM_MAX_ITEMCNT" val="4"/>
  <p:tag name="KSO_WM_DIAGRAM_MIN_ITEMCNT" val="2"/>
  <p:tag name="KSO_WM_DIAGRAM_VIRTUALLY_FRAME" val="{&quot;height&quot;:401.5,&quot;left&quot;:134.5788188976378,&quot;top&quot;:111.10000000000002,&quot;width&quot;:722.410157480315}"/>
  <p:tag name="KSO_WM_DIAGRAM_COLOR_MATCH_VALUE" val="{&quot;shape&quot;:{&quot;fill&quot;:{&quot;gradient&quot;:[{&quot;brightness&quot;:-0.25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1_3"/>
  <p:tag name="KSO_WM_UNIT_ID" val="diagram20231062_3*o_h_i*1_1_3"/>
  <p:tag name="KSO_WM_TEMPLATE_CATEGORY" val="diagram"/>
  <p:tag name="KSO_WM_TEMPLATE_INDEX" val="202310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01.5,&quot;left&quot;:134.5788188976378,&quot;top&quot;:111.10000000000002,&quot;width&quot;:722.410157480315}"/>
  <p:tag name="KSO_WM_DIAGRAM_COLOR_MATCH_VALUE" val="{&quot;shape&quot;:{&quot;fill&quot;:{&quot;gradient&quot;:[{&quot;brightness&quot;:0.25,&quot;colorType&quot;:1,&quot;foreColorIndex&quot;:5,&quot;pos&quot;:0,&quot;transparency&quot;:0},{&quot;brightness&quot;:0.15000000596046448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27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f"/>
  <p:tag name="KSO_WM_UNIT_INDEX" val="1_1_1"/>
  <p:tag name="KSO_WM_UNIT_ID" val="diagram20231062_3*o_h_f*1_1_1"/>
  <p:tag name="KSO_WM_TEMPLATE_CATEGORY" val="diagram"/>
  <p:tag name="KSO_WM_TEMPLATE_INDEX" val="202310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48"/>
  <p:tag name="KSO_WM_DIAGRAM_MAX_ITEMCNT" val="4"/>
  <p:tag name="KSO_WM_DIAGRAM_MIN_ITEMCNT" val="2"/>
  <p:tag name="KSO_WM_DIAGRAM_VIRTUALLY_FRAME" val="{&quot;height&quot;:401.5,&quot;left&quot;:134.5788188976378,&quot;top&quot;:111.10000000000002,&quot;width&quot;:722.4101574803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此处输入你的正文，文字是您思想提炼,尽量言简意赅的阐述观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2_3"/>
  <p:tag name="KSO_WM_UNIT_ID" val="diagram20231062_3*o_h_i*1_2_3"/>
  <p:tag name="KSO_WM_TEMPLATE_CATEGORY" val="diagram"/>
  <p:tag name="KSO_WM_TEMPLATE_INDEX" val="202310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01.5,&quot;left&quot;:134.5788188976378,&quot;top&quot;:111.10000000000002,&quot;width&quot;:722.410157480315}"/>
  <p:tag name="KSO_WM_DIAGRAM_COLOR_MATCH_VALUE" val="{&quot;shape&quot;:{&quot;fill&quot;:{&quot;gradient&quot;:[{&quot;brightness&quot;:0.25,&quot;colorType&quot;:1,&quot;foreColorIndex&quot;:5,&quot;pos&quot;:0,&quot;transparency&quot;:0},{&quot;brightness&quot;:0.15000000596046448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29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f"/>
  <p:tag name="KSO_WM_UNIT_INDEX" val="1_2_1"/>
  <p:tag name="KSO_WM_UNIT_ID" val="diagram20231062_3*o_h_f*1_2_1"/>
  <p:tag name="KSO_WM_TEMPLATE_CATEGORY" val="diagram"/>
  <p:tag name="KSO_WM_TEMPLATE_INDEX" val="202310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48"/>
  <p:tag name="KSO_WM_DIAGRAM_MAX_ITEMCNT" val="4"/>
  <p:tag name="KSO_WM_DIAGRAM_MIN_ITEMCNT" val="2"/>
  <p:tag name="KSO_WM_DIAGRAM_VIRTUALLY_FRAME" val="{&quot;height&quot;:401.5,&quot;left&quot;:134.5788188976378,&quot;top&quot;:111.10000000000002,&quot;width&quot;:722.4101574803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此处输入你的正文内容，文字是您思想提炼,请尽量言简意赅的阐述观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3_3"/>
  <p:tag name="KSO_WM_UNIT_ID" val="diagram20231062_3*o_h_i*1_3_3"/>
  <p:tag name="KSO_WM_TEMPLATE_CATEGORY" val="diagram"/>
  <p:tag name="KSO_WM_TEMPLATE_INDEX" val="202310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01.5,&quot;left&quot;:134.5788188976378,&quot;top&quot;:111.10000000000002,&quot;width&quot;:722.410157480315}"/>
  <p:tag name="KSO_WM_DIAGRAM_COLOR_MATCH_VALUE" val="{&quot;shape&quot;:{&quot;fill&quot;:{&quot;gradient&quot;:[{&quot;brightness&quot;:0.25,&quot;colorType&quot;:1,&quot;foreColorIndex&quot;:5,&quot;pos&quot;:0,&quot;transparency&quot;:0},{&quot;brightness&quot;:0.15000000596046448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31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f"/>
  <p:tag name="KSO_WM_UNIT_INDEX" val="1_3_1"/>
  <p:tag name="KSO_WM_UNIT_ID" val="diagram20231062_3*o_h_f*1_3_1"/>
  <p:tag name="KSO_WM_TEMPLATE_CATEGORY" val="diagram"/>
  <p:tag name="KSO_WM_TEMPLATE_INDEX" val="202310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48"/>
  <p:tag name="KSO_WM_DIAGRAM_MAX_ITEMCNT" val="4"/>
  <p:tag name="KSO_WM_DIAGRAM_MIN_ITEMCNT" val="2"/>
  <p:tag name="KSO_WM_DIAGRAM_VIRTUALLY_FRAME" val="{&quot;height&quot;:401.5,&quot;left&quot;:134.5788188976378,&quot;top&quot;:111.10000000000002,&quot;width&quot;:722.4101574803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此处输入你的正文内，文字是您思想提炼,请尽量言简意赅的阐述观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062_3*o_h_a*1_4_1"/>
  <p:tag name="KSO_WM_TEMPLATE_CATEGORY" val="diagram"/>
  <p:tag name="KSO_WM_TEMPLATE_INDEX" val="202310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TYPE" val="o_h_a"/>
  <p:tag name="KSO_WM_UNIT_INDEX" val="1_4_1"/>
  <p:tag name="KSO_WM_UNIT_ISCONTENTSTITLE" val="0"/>
  <p:tag name="KSO_WM_UNIT_ISNUMDGMTITLE" val="0"/>
  <p:tag name="KSO_WM_UNIT_NOCLEAR" val="0"/>
  <p:tag name="KSO_WM_UNIT_VALUE" val="46"/>
  <p:tag name="KSO_WM_DIAGRAM_MAX_ITEMCNT" val="4"/>
  <p:tag name="KSO_WM_DIAGRAM_MIN_ITEMCNT" val="2"/>
  <p:tag name="KSO_WM_DIAGRAM_VIRTUALLY_FRAME" val="{&quot;height&quot;:401.5,&quot;left&quot;:134.5788188976378,&quot;top&quot;:111.10000000000002,&quot;width&quot;:722.410157480315}"/>
  <p:tag name="KSO_WM_DIAGRAM_COLOR_MATCH_VALUE" val="{&quot;shape&quot;:{&quot;fill&quot;:{&quot;gradient&quot;:[{&quot;brightness&quot;:0,&quot;colorType&quot;:1,&quot;foreColorIndex&quot;:5,&quot;pos&quot;:1,&quot;transparency&quot;:0},{&quot;brightness&quot;:0.30000001192092896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UNIT_PRESET_TEXT" val="添加标题"/>
  <p:tag name="KSO_WM_UNIT_FILL_TYPE" val="3"/>
  <p:tag name="KSO_WM_DIAGRAM_USE_COLOR_VALUE" val="{&quot;color_scheme&quot;:1,&quot;color_type&quot;:1,&quot;theme_color_indexes&quot;:[5,6,5,6,5,6]}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062_3*o_h_i*1_4_4"/>
  <p:tag name="KSO_WM_TEMPLATE_CATEGORY" val="diagram"/>
  <p:tag name="KSO_WM_TEMPLATE_INDEX" val="202310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TYPE" val="o_h_i"/>
  <p:tag name="KSO_WM_UNIT_INDEX" val="1_4_4"/>
  <p:tag name="KSO_WM_DIAGRAM_MAX_ITEMCNT" val="4"/>
  <p:tag name="KSO_WM_DIAGRAM_MIN_ITEMCNT" val="2"/>
  <p:tag name="KSO_WM_DIAGRAM_VIRTUALLY_FRAME" val="{&quot;height&quot;:401.5,&quot;left&quot;:134.5788188976378,&quot;top&quot;:111.10000000000002,&quot;width&quot;:722.410157480315}"/>
  <p:tag name="KSO_WM_DIAGRAM_COLOR_MATCH_VALUE" val="{&quot;shape&quot;:{&quot;fill&quot;:{&quot;gradient&quot;:[{&quot;brightness&quot;:-0.25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062_3*o_h_i*1_4_2"/>
  <p:tag name="KSO_WM_TEMPLATE_CATEGORY" val="diagram"/>
  <p:tag name="KSO_WM_TEMPLATE_INDEX" val="202310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TYPE" val="o_h_i"/>
  <p:tag name="KSO_WM_UNIT_INDEX" val="1_4_2"/>
  <p:tag name="KSO_WM_DIAGRAM_MAX_ITEMCNT" val="4"/>
  <p:tag name="KSO_WM_DIAGRAM_MIN_ITEMCNT" val="2"/>
  <p:tag name="KSO_WM_DIAGRAM_VIRTUALLY_FRAME" val="{&quot;height&quot;:401.5,&quot;left&quot;:134.5788188976378,&quot;top&quot;:111.10000000000002,&quot;width&quot;:722.410157480315}"/>
  <p:tag name="KSO_WM_DIAGRAM_COLOR_MATCH_VALUE" val="{&quot;shape&quot;:{&quot;fill&quot;:{&quot;solid&quot;:{&quot;brightness&quot;:0,&quot;colorType&quot;:1,&quot;foreColorIndex&quot;:5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062_3*o_h_i*1_4_1"/>
  <p:tag name="KSO_WM_TEMPLATE_CATEGORY" val="diagram"/>
  <p:tag name="KSO_WM_TEMPLATE_INDEX" val="202310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TYPE" val="o_h_i"/>
  <p:tag name="KSO_WM_UNIT_INDEX" val="1_4_1"/>
  <p:tag name="KSO_WM_DIAGRAM_MAX_ITEMCNT" val="4"/>
  <p:tag name="KSO_WM_DIAGRAM_MIN_ITEMCNT" val="2"/>
  <p:tag name="KSO_WM_DIAGRAM_VIRTUALLY_FRAME" val="{&quot;height&quot;:401.5,&quot;left&quot;:134.5788188976378,&quot;top&quot;:111.10000000000002,&quot;width&quot;:722.410157480315}"/>
  <p:tag name="KSO_WM_DIAGRAM_COLOR_MATCH_VALUE" val="{&quot;shape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4"/>
  <p:tag name="KSO_WM_DIAGRAM_USE_COLOR_VALUE" val="{&quot;color_scheme&quot;:1,&quot;color_type&quot;:1,&quot;theme_color_indexes&quot;:[5,6,5,6,5,6]}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4_3"/>
  <p:tag name="KSO_WM_UNIT_ID" val="diagram20231062_3*o_h_i*1_4_3"/>
  <p:tag name="KSO_WM_TEMPLATE_CATEGORY" val="diagram"/>
  <p:tag name="KSO_WM_TEMPLATE_INDEX" val="202310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01.5,&quot;left&quot;:134.5788188976378,&quot;top&quot;:111.10000000000002,&quot;width&quot;:722.410157480315}"/>
  <p:tag name="KSO_WM_DIAGRAM_COLOR_MATCH_VALUE" val="{&quot;shape&quot;:{&quot;fill&quot;:{&quot;gradient&quot;:[{&quot;brightness&quot;:0.25,&quot;colorType&quot;:1,&quot;foreColorIndex&quot;:5,&quot;pos&quot;:0,&quot;transparency&quot;:0},{&quot;brightness&quot;:0.15000000596046448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062_3*o_h_x*1_1_1"/>
  <p:tag name="KSO_WM_TEMPLATE_CATEGORY" val="diagram"/>
  <p:tag name="KSO_WM_TEMPLATE_INDEX" val="202310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63*63"/>
  <p:tag name="KSO_WM_UNIT_TYPE" val="o_h_x"/>
  <p:tag name="KSO_WM_UNIT_INDEX" val="1_1_1"/>
  <p:tag name="KSO_WM_DIAGRAM_MAX_ITEMCNT" val="4"/>
  <p:tag name="KSO_WM_DIAGRAM_MIN_ITEMCNT" val="2"/>
  <p:tag name="KSO_WM_DIAGRAM_VIRTUALLY_FRAME" val="{&quot;height&quot;:401.5,&quot;left&quot;:134.5788188976378,&quot;top&quot;:111.10000000000002,&quot;width&quot;:722.41015748031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4"/>
  <p:tag name="KSO_WM_UNIT_FILL_FORE_SCHEMECOLOR_INDEX_BRIGHTNESS" val="0"/>
  <p:tag name="MH_SHAPE_GUID" val="5"/>
  <p:tag name="KSO_WM_DIAGRAM_USE_COLOR_VALUE" val="{&quot;color_scheme&quot;:1,&quot;color_type&quot;:1,&quot;theme_color_indexes&quot;:[5,6,5,6,5,6]}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062_3*o_h_x*1_2_1"/>
  <p:tag name="KSO_WM_TEMPLATE_CATEGORY" val="diagram"/>
  <p:tag name="KSO_WM_TEMPLATE_INDEX" val="202310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68*58"/>
  <p:tag name="KSO_WM_UNIT_TYPE" val="o_h_x"/>
  <p:tag name="KSO_WM_UNIT_INDEX" val="1_2_1"/>
  <p:tag name="KSO_WM_DIAGRAM_MAX_ITEMCNT" val="4"/>
  <p:tag name="KSO_WM_DIAGRAM_MIN_ITEMCNT" val="2"/>
  <p:tag name="KSO_WM_DIAGRAM_VIRTUALLY_FRAME" val="{&quot;height&quot;:401.5,&quot;left&quot;:134.5788188976378,&quot;top&quot;:111.10000000000002,&quot;width&quot;:722.41015748031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4"/>
  <p:tag name="KSO_WM_UNIT_FILL_FORE_SCHEMECOLOR_INDEX_BRIGHTNESS" val="0"/>
  <p:tag name="MH_SHAPE_GUID" val="4"/>
  <p:tag name="KSO_WM_DIAGRAM_USE_COLOR_VALUE" val="{&quot;color_scheme&quot;:1,&quot;color_type&quot;:1,&quot;theme_color_indexes&quot;:[5,6,5,6,5,6]}"/>
</p:tagLst>
</file>

<file path=ppt/tags/tag39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f"/>
  <p:tag name="KSO_WM_UNIT_INDEX" val="1_4_1"/>
  <p:tag name="KSO_WM_UNIT_ID" val="diagram20231062_3*o_h_f*1_4_1"/>
  <p:tag name="KSO_WM_TEMPLATE_CATEGORY" val="diagram"/>
  <p:tag name="KSO_WM_TEMPLATE_INDEX" val="202310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48"/>
  <p:tag name="KSO_WM_DIAGRAM_MAX_ITEMCNT" val="4"/>
  <p:tag name="KSO_WM_DIAGRAM_MIN_ITEMCNT" val="2"/>
  <p:tag name="KSO_WM_DIAGRAM_VIRTUALLY_FRAME" val="{&quot;height&quot;:401.5,&quot;left&quot;:134.5788188976378,&quot;top&quot;:111.10000000000002,&quot;width&quot;:722.4101574803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此处输入你的正文内容，文字是您思想提炼,请尽量言简意赅的阐述观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062_3*o_h_x*1_3_1"/>
  <p:tag name="KSO_WM_TEMPLATE_CATEGORY" val="diagram"/>
  <p:tag name="KSO_WM_TEMPLATE_INDEX" val="202310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60*54"/>
  <p:tag name="KSO_WM_UNIT_TYPE" val="o_h_x"/>
  <p:tag name="KSO_WM_UNIT_INDEX" val="1_3_1"/>
  <p:tag name="KSO_WM_DIAGRAM_MAX_ITEMCNT" val="4"/>
  <p:tag name="KSO_WM_DIAGRAM_MIN_ITEMCNT" val="2"/>
  <p:tag name="KSO_WM_DIAGRAM_VIRTUALLY_FRAME" val="{&quot;height&quot;:401.5,&quot;left&quot;:134.5788188976378,&quot;top&quot;:111.10000000000002,&quot;width&quot;:722.41015748031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4"/>
  <p:tag name="KSO_WM_UNIT_FILL_FORE_SCHEMECOLOR_INDEX_BRIGHTNESS" val="0"/>
  <p:tag name="MH_SHAPE_GUID" val="8"/>
  <p:tag name="KSO_WM_DIAGRAM_USE_COLOR_VALUE" val="{&quot;color_scheme&quot;:1,&quot;color_type&quot;:1,&quot;theme_color_indexes&quot;:[5,6,5,6,5,6]}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062_3*o_h_i*1_4_5"/>
  <p:tag name="KSO_WM_TEMPLATE_CATEGORY" val="diagram"/>
  <p:tag name="KSO_WM_TEMPLATE_INDEX" val="202310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TYPE" val="o_h_i"/>
  <p:tag name="KSO_WM_UNIT_INDEX" val="1_4_5"/>
  <p:tag name="KSO_WM_DIAGRAM_MAX_ITEMCNT" val="4"/>
  <p:tag name="KSO_WM_DIAGRAM_MIN_ITEMCNT" val="2"/>
  <p:tag name="KSO_WM_DIAGRAM_VIRTUALLY_FRAME" val="{&quot;height&quot;:401.5,&quot;left&quot;:134.5788188976378,&quot;top&quot;:111.10000000000002,&quot;width&quot;:722.410157480315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.649999976158142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5,6,5,6,5,6]}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1062_3*o_h_x*1_4_1"/>
  <p:tag name="KSO_WM_TEMPLATE_CATEGORY" val="diagram"/>
  <p:tag name="KSO_WM_TEMPLATE_INDEX" val="202310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63*49"/>
  <p:tag name="KSO_WM_UNIT_TYPE" val="o_h_x"/>
  <p:tag name="KSO_WM_UNIT_INDEX" val="1_4_1"/>
  <p:tag name="KSO_WM_DIAGRAM_MAX_ITEMCNT" val="4"/>
  <p:tag name="KSO_WM_DIAGRAM_MIN_ITEMCNT" val="2"/>
  <p:tag name="KSO_WM_DIAGRAM_VIRTUALLY_FRAME" val="{&quot;height&quot;:401.5,&quot;left&quot;:134.5788188976378,&quot;top&quot;:111.10000000000002,&quot;width&quot;:722.41015748031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4"/>
  <p:tag name="KSO_WM_UNIT_FILL_FORE_SCHEMECOLOR_INDEX_BRIGHTNESS" val="0"/>
  <p:tag name="MH_SHAPE_GUID" val="9"/>
  <p:tag name="KSO_WM_DIAGRAM_USE_COLOR_VALUE" val="{&quot;color_scheme&quot;:1,&quot;color_type&quot;:1,&quot;theme_color_indexes&quot;:[5,6,5,6,5,6]}"/>
</p:tagLst>
</file>

<file path=ppt/tags/tag43.xml><?xml version="1.0" encoding="utf-8"?>
<p:tagLst xmlns:p="http://schemas.openxmlformats.org/presentationml/2006/main">
  <p:tag name="resource_record_key" val="{&quot;65&quot;:[20231106],&quot;70&quot;:[3312268,3321416,3312913,3330466,3319064,3314103]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3225</Words>
  <Application>WPS 演示</Application>
  <PresentationFormat>Widescreen</PresentationFormat>
  <Paragraphs>211</Paragraphs>
  <Slides>13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6" baseType="lpstr">
      <vt:lpstr>Arial</vt:lpstr>
      <vt:lpstr>宋体</vt:lpstr>
      <vt:lpstr>Wingdings</vt:lpstr>
      <vt:lpstr>Calibri</vt:lpstr>
      <vt:lpstr>Calibri Light</vt:lpstr>
      <vt:lpstr>微软雅黑</vt:lpstr>
      <vt:lpstr>Times New Roman</vt:lpstr>
      <vt:lpstr>Cambria Math</vt:lpstr>
      <vt:lpstr>Arial Unicode MS</vt:lpstr>
      <vt:lpstr>Aptos</vt:lpstr>
      <vt:lpstr>Segoe UI</vt:lpstr>
      <vt:lpstr>等线</vt:lpstr>
      <vt:lpstr>Wingdings</vt:lpstr>
      <vt:lpstr>华文细黑</vt:lpstr>
      <vt:lpstr>华文新魏</vt:lpstr>
      <vt:lpstr>华文行楷</vt:lpstr>
      <vt:lpstr>华文隶书</vt:lpstr>
      <vt:lpstr>仿宋</vt:lpstr>
      <vt:lpstr>+中文正文</vt:lpstr>
      <vt:lpstr>Segoe Print</vt:lpstr>
      <vt:lpstr>OPPOSans M</vt:lpstr>
      <vt:lpstr>+中文标题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topppt.cn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Max</cp:lastModifiedBy>
  <cp:revision>69</cp:revision>
  <dcterms:created xsi:type="dcterms:W3CDTF">2015-06-27T07:29:00Z</dcterms:created>
  <dcterms:modified xsi:type="dcterms:W3CDTF">2025-06-04T13:43:46Z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3159ad-d3f3-4355-9702-18da843e15a3_Enabled">
    <vt:lpwstr>true</vt:lpwstr>
  </property>
  <property fmtid="{D5CDD505-2E9C-101B-9397-08002B2CF9AE}" pid="3" name="MSIP_Label_103159ad-d3f3-4355-9702-18da843e15a3_SetDate">
    <vt:lpwstr>2025-06-03T23:00:31Z</vt:lpwstr>
  </property>
  <property fmtid="{D5CDD505-2E9C-101B-9397-08002B2CF9AE}" pid="4" name="MSIP_Label_103159ad-d3f3-4355-9702-18da843e15a3_Method">
    <vt:lpwstr>Standard</vt:lpwstr>
  </property>
  <property fmtid="{D5CDD505-2E9C-101B-9397-08002B2CF9AE}" pid="5" name="MSIP_Label_103159ad-d3f3-4355-9702-18da843e15a3_Name">
    <vt:lpwstr>Confidential</vt:lpwstr>
  </property>
  <property fmtid="{D5CDD505-2E9C-101B-9397-08002B2CF9AE}" pid="6" name="MSIP_Label_103159ad-d3f3-4355-9702-18da843e15a3_SiteId">
    <vt:lpwstr>bf998b72-5bac-4bd3-acfa-b18b718bdc19</vt:lpwstr>
  </property>
  <property fmtid="{D5CDD505-2E9C-101B-9397-08002B2CF9AE}" pid="7" name="MSIP_Label_103159ad-d3f3-4355-9702-18da843e15a3_ActionId">
    <vt:lpwstr>73935e72-afa0-4287-82ac-578ac2245088</vt:lpwstr>
  </property>
  <property fmtid="{D5CDD505-2E9C-101B-9397-08002B2CF9AE}" pid="8" name="MSIP_Label_103159ad-d3f3-4355-9702-18da843e15a3_ContentBits">
    <vt:lpwstr>2</vt:lpwstr>
  </property>
  <property fmtid="{D5CDD505-2E9C-101B-9397-08002B2CF9AE}" pid="9" name="MSIP_Label_103159ad-d3f3-4355-9702-18da843e15a3_Tag">
    <vt:lpwstr>50, 3, 0, 1</vt:lpwstr>
  </property>
  <property fmtid="{D5CDD505-2E9C-101B-9397-08002B2CF9AE}" pid="10" name="ClassificationContentMarkingFooterLocations">
    <vt:lpwstr>Office 主题:3\1_Office 主题:3</vt:lpwstr>
  </property>
  <property fmtid="{D5CDD505-2E9C-101B-9397-08002B2CF9AE}" pid="11" name="ClassificationContentMarkingFooterText">
    <vt:lpwstr>Confidential Information</vt:lpwstr>
  </property>
  <property fmtid="{D5CDD505-2E9C-101B-9397-08002B2CF9AE}" pid="12" name="ICV">
    <vt:lpwstr>A6FFD96457194DC4A1C263F88664E836_12</vt:lpwstr>
  </property>
  <property fmtid="{D5CDD505-2E9C-101B-9397-08002B2CF9AE}" pid="13" name="KSOProductBuildVer">
    <vt:lpwstr>2052-12.1.0.21171</vt:lpwstr>
  </property>
</Properties>
</file>